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7" r:id="rId3"/>
    <p:sldId id="258" r:id="rId4"/>
    <p:sldId id="269" r:id="rId5"/>
    <p:sldId id="270" r:id="rId6"/>
    <p:sldId id="271" r:id="rId7"/>
    <p:sldId id="272" r:id="rId8"/>
    <p:sldId id="273"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2.png"/><Relationship Id="rId5" Type="http://schemas.openxmlformats.org/officeDocument/2006/relationships/tags" Target="../tags/tag3.xm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image" Target="../media/image4.png"/><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image" Target="../media/image3.png"/><Relationship Id="rId2" Type="http://schemas.openxmlformats.org/officeDocument/2006/relationships/tags" Target="../tags/tag15.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27.xml"/><Relationship Id="rId7" Type="http://schemas.openxmlformats.org/officeDocument/2006/relationships/image" Target="../media/image8.png"/><Relationship Id="rId6" Type="http://schemas.openxmlformats.org/officeDocument/2006/relationships/tags" Target="../tags/tag26.xml"/><Relationship Id="rId5" Type="http://schemas.microsoft.com/office/2007/relationships/hdphoto" Target="../media/image7.wdp"/><Relationship Id="rId4" Type="http://schemas.openxmlformats.org/officeDocument/2006/relationships/image" Target="../media/image6.png"/><Relationship Id="rId3" Type="http://schemas.openxmlformats.org/officeDocument/2006/relationships/tags" Target="../tags/tag25.xml"/><Relationship Id="rId2" Type="http://schemas.openxmlformats.org/officeDocument/2006/relationships/tags" Target="../tags/tag24.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image" Target="../media/image2.png"/><Relationship Id="rId5" Type="http://schemas.openxmlformats.org/officeDocument/2006/relationships/tags" Target="../tags/tag64.xml"/><Relationship Id="rId4" Type="http://schemas.openxmlformats.org/officeDocument/2006/relationships/image" Target="../media/image1.png"/><Relationship Id="rId3" Type="http://schemas.openxmlformats.org/officeDocument/2006/relationships/tags" Target="../tags/tag63.xml"/><Relationship Id="rId2" Type="http://schemas.openxmlformats.org/officeDocument/2006/relationships/tags" Target="../tags/tag62.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2" name="矩形 11"/>
          <p:cNvSpPr/>
          <p:nvPr>
            <p:custDataLst>
              <p:tags r:id="rId2"/>
            </p:custDataLst>
          </p:nvPr>
        </p:nvSpPr>
        <p:spPr>
          <a:xfrm>
            <a:off x="0" y="0"/>
            <a:ext cx="12192000" cy="68580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图片 2"/>
          <p:cNvPicPr>
            <a:picLocks noChangeAspect="1"/>
          </p:cNvPicPr>
          <p:nvPr>
            <p:custDataLst>
              <p:tags r:id="rId3"/>
            </p:custDataLst>
          </p:nvPr>
        </p:nvPicPr>
        <p:blipFill>
          <a:blip r:embed="rId4">
            <a:duotone>
              <a:prstClr val="black"/>
              <a:schemeClr val="bg2">
                <a:tint val="45000"/>
                <a:satMod val="400000"/>
              </a:schemeClr>
            </a:duotone>
            <a:extLst>
              <a:ext uri="{28A0092B-C50C-407E-A947-70E740481C1C}">
                <a14:useLocalDpi xmlns:a14="http://schemas.microsoft.com/office/drawing/2010/main" val="0"/>
              </a:ext>
            </a:extLst>
          </a:blip>
          <a:stretch>
            <a:fillRect/>
          </a:stretch>
        </p:blipFill>
        <p:spPr>
          <a:xfrm>
            <a:off x="22173" y="0"/>
            <a:ext cx="12169827" cy="6858000"/>
          </a:xfrm>
          <a:prstGeom prst="rect">
            <a:avLst/>
          </a:prstGeom>
        </p:spPr>
      </p:pic>
      <p:pic>
        <p:nvPicPr>
          <p:cNvPr id="10" name="图片 9" descr="58585"/>
          <p:cNvPicPr>
            <a:picLocks noChangeAspect="1"/>
          </p:cNvPicPr>
          <p:nvPr>
            <p:custDataLst>
              <p:tags r:id="rId5"/>
            </p:custDataLst>
          </p:nvPr>
        </p:nvPicPr>
        <p:blipFill>
          <a:blip r:embed="rId6"/>
          <a:stretch>
            <a:fillRect/>
          </a:stretch>
        </p:blipFill>
        <p:spPr>
          <a:xfrm>
            <a:off x="9965055" y="606425"/>
            <a:ext cx="1087755" cy="656590"/>
          </a:xfrm>
          <a:prstGeom prst="rect">
            <a:avLst/>
          </a:prstGeom>
        </p:spPr>
      </p:pic>
      <p:sp>
        <p:nvSpPr>
          <p:cNvPr id="9" name="署名"/>
          <p:cNvSpPr>
            <a:spLocks noGrp="1"/>
          </p:cNvSpPr>
          <p:nvPr>
            <p:ph type="body" idx="3" hasCustomPrompt="1"/>
            <p:custDataLst>
              <p:tags r:id="rId7"/>
            </p:custDataLst>
          </p:nvPr>
        </p:nvSpPr>
        <p:spPr>
          <a:xfrm>
            <a:off x="8994711" y="4309110"/>
            <a:ext cx="2158430" cy="511706"/>
          </a:xfrm>
          <a:prstGeom prst="roundRect">
            <a:avLst>
              <a:gd name="adj" fmla="val 50000"/>
            </a:avLst>
          </a:prstGeom>
          <a:gradFill>
            <a:gsLst>
              <a:gs pos="20000">
                <a:schemeClr val="accent2">
                  <a:alpha val="5000"/>
                </a:schemeClr>
              </a:gs>
              <a:gs pos="100000">
                <a:schemeClr val="accent2">
                  <a:alpha val="1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lvl1pPr marL="0" marR="0" lvl="0" algn="ctr" defTabSz="914400" rtl="0" eaLnBrk="1" fontAlgn="auto" latinLnBrk="0" hangingPunct="1">
              <a:lnSpc>
                <a:spcPct val="100000"/>
              </a:lnSpc>
              <a:buClrTx/>
              <a:buSzTx/>
              <a:buFontTx/>
              <a:buNone/>
              <a:defRPr kumimoji="0" lang="en-US" sz="1400" b="0" i="0" u="none" strike="noStrike" kern="1200" cap="none" spc="0" normalizeH="0" baseline="0" noProof="1" dirty="0">
                <a:solidFill>
                  <a:schemeClr val="accent1">
                    <a:lumMod val="75000"/>
                  </a:schemeClr>
                </a:solidFill>
                <a:latin typeface="+mn-lt"/>
                <a:sym typeface="+mn-ea"/>
              </a:defRPr>
            </a:lvl1pPr>
          </a:lstStyle>
          <a:p>
            <a:pPr lvl="0" algn="ctr">
              <a:buClrTx/>
              <a:buSzTx/>
              <a:buFontTx/>
            </a:pPr>
            <a:r>
              <a:rPr lang="en-US" dirty="0">
                <a:latin typeface="+mn-lt"/>
                <a:sym typeface="+mn-ea"/>
              </a:rPr>
              <a:t>Click to add text</a:t>
            </a:r>
            <a:endParaRPr lang="en-US" dirty="0">
              <a:sym typeface="+mn-ea"/>
            </a:endParaRPr>
          </a:p>
        </p:txBody>
      </p:sp>
      <p:sp>
        <p:nvSpPr>
          <p:cNvPr id="8" name="副标题"/>
          <p:cNvSpPr txBox="1">
            <a:spLocks noGrp="1"/>
          </p:cNvSpPr>
          <p:nvPr>
            <p:ph type="body" idx="2" hasCustomPrompt="1"/>
            <p:custDataLst>
              <p:tags r:id="rId8"/>
            </p:custDataLst>
          </p:nvPr>
        </p:nvSpPr>
        <p:spPr>
          <a:xfrm>
            <a:off x="5984875" y="3815715"/>
            <a:ext cx="5229860" cy="429260"/>
          </a:xfrm>
          <a:prstGeom prst="rect">
            <a:avLst/>
          </a:prstGeom>
          <a:noFill/>
        </p:spPr>
        <p:txBody>
          <a:bodyPr wrap="square" lIns="0" tIns="0" rIns="71755" bIns="0" rtlCol="0" anchor="t" anchorCtr="0">
            <a:normAutofit/>
          </a:bodyPr>
          <a:lstStyle>
            <a:lvl1pPr marL="0" marR="0" lvl="0" algn="r" defTabSz="914400" rtl="0" eaLnBrk="1" fontAlgn="auto" latinLnBrk="0" hangingPunct="1">
              <a:lnSpc>
                <a:spcPct val="100000"/>
              </a:lnSpc>
              <a:buClrTx/>
              <a:buSzTx/>
              <a:buFontTx/>
              <a:buNone/>
              <a:defRPr kumimoji="0" sz="1400" b="0" i="0" u="none" strike="noStrike" kern="1200" cap="none" spc="0" normalizeH="0" baseline="0" noProof="1" dirty="0" err="1">
                <a:solidFill>
                  <a:schemeClr val="accent1">
                    <a:lumMod val="75000"/>
                  </a:schemeClr>
                </a:solidFill>
                <a:latin typeface="+mj-lt"/>
                <a:sym typeface="+mn-ea"/>
              </a:defRPr>
            </a:lvl1pPr>
          </a:lstStyle>
          <a:p>
            <a:pPr lvl="0" algn="r">
              <a:buClrTx/>
              <a:buSzTx/>
              <a:buFontTx/>
            </a:pPr>
            <a:r>
              <a:rPr dirty="0">
                <a:latin typeface="+mj-lt"/>
                <a:sym typeface="+mn-ea"/>
              </a:rPr>
              <a:t>Click to add text</a:t>
            </a:r>
            <a:endParaRPr dirty="0">
              <a:sym typeface="+mn-ea"/>
            </a:endParaRPr>
          </a:p>
        </p:txBody>
      </p:sp>
      <p:sp>
        <p:nvSpPr>
          <p:cNvPr id="7" name="标题" descr="7b0a20202020227461726765744d6f64756c65223a202270726f636573734f6e6c696e65466f6e7473220a7d0a"/>
          <p:cNvSpPr txBox="1">
            <a:spLocks noGrp="1"/>
          </p:cNvSpPr>
          <p:nvPr>
            <p:ph type="title" idx="1" hasCustomPrompt="1"/>
            <p:custDataLst>
              <p:tags r:id="rId9"/>
            </p:custDataLst>
          </p:nvPr>
        </p:nvSpPr>
        <p:spPr>
          <a:xfrm>
            <a:off x="4284980" y="984885"/>
            <a:ext cx="6929755" cy="2830830"/>
          </a:xfrm>
          <a:prstGeom prst="rect">
            <a:avLst/>
          </a:prstGeom>
          <a:noFill/>
        </p:spPr>
        <p:txBody>
          <a:bodyPr wrap="square" lIns="0" tIns="0" rIns="0" bIns="0" rtlCol="0" anchor="b" anchorCtr="0">
            <a:normAutofit/>
          </a:bodyPr>
          <a:lstStyle>
            <a:lvl1pPr marL="0" marR="0" lvl="0" algn="r" defTabSz="914400" rtl="0" eaLnBrk="1" fontAlgn="auto" latinLnBrk="0" hangingPunct="1">
              <a:lnSpc>
                <a:spcPct val="100000"/>
              </a:lnSpc>
              <a:buClrTx/>
              <a:buSzTx/>
              <a:buFontTx/>
              <a:buNone/>
              <a:defRPr kumimoji="0" lang="en-US" sz="5400" b="0" i="0" u="none" strike="noStrike" kern="1200" cap="none" spc="0" normalizeH="0" baseline="0" noProof="1" dirty="0">
                <a:solidFill>
                  <a:schemeClr val="dk1">
                    <a:lumMod val="100000"/>
                  </a:schemeClr>
                </a:solidFill>
                <a:latin typeface="+mj-lt"/>
                <a:sym typeface="+mn-ea"/>
              </a:defRPr>
            </a:lvl1pPr>
          </a:lstStyle>
          <a:p>
            <a:pPr lvl="0" algn="r">
              <a:buClrTx/>
              <a:buSzTx/>
              <a:buFontTx/>
            </a:pPr>
            <a:r>
              <a:rPr lang="en-US" dirty="0">
                <a:latin typeface="+mj-lt"/>
                <a:sym typeface="+mn-ea"/>
              </a:rPr>
              <a:t>Click to add title</a:t>
            </a:r>
            <a:endParaRPr lang="en-US" dirty="0">
              <a:sym typeface="+mn-ea"/>
            </a:endParaRPr>
          </a:p>
        </p:txBody>
      </p:sp>
      <p:sp>
        <p:nvSpPr>
          <p:cNvPr id="4" name="日期占位符 3"/>
          <p:cNvSpPr>
            <a:spLocks noGrp="1"/>
          </p:cNvSpPr>
          <p:nvPr>
            <p:ph type="dt" sz="half" idx="10"/>
            <p:custDataLst>
              <p:tags r:id="rId10"/>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11"/>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12"/>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p:txBody>
          <a:bodyPr wrap="square">
            <a:normAutofit/>
          </a:bodyPr>
          <a:lstStyle>
            <a:lvl1pPr>
              <a:defRPr baseline="0">
                <a:latin typeface="+mj-lt"/>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6"/>
            </p:custDataLst>
          </p:nvPr>
        </p:nvSpPr>
        <p:spPr/>
        <p:txBody>
          <a:bodyPr wrap="square">
            <a:normAutofit/>
          </a:bodyPr>
          <a:lstStyle>
            <a:lvl1pPr>
              <a:defRPr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pic>
        <p:nvPicPr>
          <p:cNvPr id="13" name="图片 12"/>
          <p:cNvPicPr>
            <a:picLocks noChangeAspect="1"/>
          </p:cNvPicPr>
          <p:nvPr>
            <p:custDataLst>
              <p:tags r:id="rId2"/>
            </p:custDataLst>
          </p:nvPr>
        </p:nvPicPr>
        <p:blipFill>
          <a:blip r:embed="rId3">
            <a:duotone>
              <a:prstClr val="black"/>
              <a:schemeClr val="bg2">
                <a:tint val="45000"/>
                <a:satMod val="400000"/>
              </a:schemeClr>
            </a:duotone>
            <a:extLst>
              <a:ext uri="{28A0092B-C50C-407E-A947-70E740481C1C}">
                <a14:useLocalDpi xmlns:a14="http://schemas.microsoft.com/office/drawing/2010/main" val="0"/>
              </a:ext>
            </a:extLst>
          </a:blip>
          <a:srcRect t="735"/>
          <a:stretch>
            <a:fillRect/>
          </a:stretch>
        </p:blipFill>
        <p:spPr>
          <a:xfrm>
            <a:off x="1" y="0"/>
            <a:ext cx="12191999" cy="6858000"/>
          </a:xfrm>
          <a:custGeom>
            <a:avLst/>
            <a:gdLst>
              <a:gd name="connsiteX0" fmla="*/ 0 w 12191999"/>
              <a:gd name="connsiteY0" fmla="*/ 0 h 6858000"/>
              <a:gd name="connsiteX1" fmla="*/ 12191999 w 12191999"/>
              <a:gd name="connsiteY1" fmla="*/ 0 h 6858000"/>
              <a:gd name="connsiteX2" fmla="*/ 12191999 w 12191999"/>
              <a:gd name="connsiteY2" fmla="*/ 6858000 h 6858000"/>
              <a:gd name="connsiteX3" fmla="*/ 0 w 1219199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1999" h="6858000">
                <a:moveTo>
                  <a:pt x="0" y="0"/>
                </a:moveTo>
                <a:lnTo>
                  <a:pt x="12191999" y="0"/>
                </a:lnTo>
                <a:lnTo>
                  <a:pt x="12191999" y="6858000"/>
                </a:lnTo>
                <a:lnTo>
                  <a:pt x="0" y="6858000"/>
                </a:lnTo>
                <a:close/>
              </a:path>
            </a:pathLst>
          </a:custGeom>
        </p:spPr>
      </p:pic>
      <p:sp>
        <p:nvSpPr>
          <p:cNvPr id="14" name="矩形 13"/>
          <p:cNvSpPr/>
          <p:nvPr>
            <p:custDataLst>
              <p:tags r:id="rId4"/>
            </p:custDataLst>
          </p:nvPr>
        </p:nvSpPr>
        <p:spPr>
          <a:xfrm>
            <a:off x="0" y="0"/>
            <a:ext cx="12192000" cy="68580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图片 35" descr="363"/>
          <p:cNvPicPr>
            <a:picLocks noChangeAspect="1"/>
          </p:cNvPicPr>
          <p:nvPr>
            <p:custDataLst>
              <p:tags r:id="rId5"/>
            </p:custDataLst>
          </p:nvPr>
        </p:nvPicPr>
        <p:blipFill>
          <a:blip r:embed="rId6"/>
          <a:stretch>
            <a:fillRect/>
          </a:stretch>
        </p:blipFill>
        <p:spPr>
          <a:xfrm>
            <a:off x="10876915" y="1054100"/>
            <a:ext cx="642620" cy="335915"/>
          </a:xfrm>
          <a:prstGeom prst="rect">
            <a:avLst/>
          </a:prstGeom>
        </p:spPr>
      </p:pic>
      <p:pic>
        <p:nvPicPr>
          <p:cNvPr id="37" name="图片 36" descr="363"/>
          <p:cNvPicPr>
            <a:picLocks noChangeAspect="1"/>
          </p:cNvPicPr>
          <p:nvPr>
            <p:custDataLst>
              <p:tags r:id="rId7"/>
            </p:custDataLst>
          </p:nvPr>
        </p:nvPicPr>
        <p:blipFill>
          <a:blip r:embed="rId6"/>
          <a:stretch>
            <a:fillRect/>
          </a:stretch>
        </p:blipFill>
        <p:spPr>
          <a:xfrm>
            <a:off x="8190230" y="3277235"/>
            <a:ext cx="448945" cy="234950"/>
          </a:xfrm>
          <a:prstGeom prst="rect">
            <a:avLst/>
          </a:prstGeom>
        </p:spPr>
      </p:pic>
      <p:pic>
        <p:nvPicPr>
          <p:cNvPr id="9" name="图片 8" descr="ggg"/>
          <p:cNvPicPr>
            <a:picLocks noChangeAspect="1"/>
          </p:cNvPicPr>
          <p:nvPr>
            <p:custDataLst>
              <p:tags r:id="rId8"/>
            </p:custDataLst>
          </p:nvPr>
        </p:nvPicPr>
        <p:blipFill>
          <a:blip r:embed="rId9"/>
          <a:stretch>
            <a:fillRect/>
          </a:stretch>
        </p:blipFill>
        <p:spPr>
          <a:xfrm>
            <a:off x="10624185" y="4663440"/>
            <a:ext cx="819150" cy="1224915"/>
          </a:xfrm>
          <a:prstGeom prst="rect">
            <a:avLst/>
          </a:prstGeom>
        </p:spPr>
      </p:pic>
      <p:sp>
        <p:nvSpPr>
          <p:cNvPr id="6" name="标题"/>
          <p:cNvSpPr txBox="1">
            <a:spLocks noGrp="1"/>
          </p:cNvSpPr>
          <p:nvPr>
            <p:ph type="title" idx="1" hasCustomPrompt="1"/>
            <p:custDataLst>
              <p:tags r:id="rId10"/>
            </p:custDataLst>
          </p:nvPr>
        </p:nvSpPr>
        <p:spPr>
          <a:xfrm>
            <a:off x="788669" y="835660"/>
            <a:ext cx="7602039" cy="1198880"/>
          </a:xfrm>
          <a:prstGeom prst="rect">
            <a:avLst/>
          </a:prstGeom>
          <a:noFill/>
        </p:spPr>
        <p:txBody>
          <a:bodyPr wrap="square" lIns="91440" tIns="45720" rIns="91440" bIns="45720" rtlCol="0" anchor="t">
            <a:normAutofit/>
          </a:bodyPr>
          <a:lstStyle>
            <a:lvl1pPr marL="0" marR="0" lvl="0" algn="l" defTabSz="914400" rtl="0" eaLnBrk="1" fontAlgn="auto" latinLnBrk="0" hangingPunct="1">
              <a:lnSpc>
                <a:spcPct val="100000"/>
              </a:lnSpc>
              <a:buClrTx/>
              <a:buSzTx/>
              <a:buFontTx/>
              <a:buNone/>
              <a:defRPr kumimoji="0" lang="en-US" sz="6600" b="0" i="0" u="none" strike="noStrike" kern="1200" cap="none" spc="0" normalizeH="0" baseline="0" noProof="1" dirty="0">
                <a:solidFill>
                  <a:schemeClr val="dk1">
                    <a:lumMod val="100000"/>
                  </a:schemeClr>
                </a:solidFill>
                <a:effectLst/>
                <a:latin typeface="+mj-lt"/>
                <a:sym typeface="+mn-ea"/>
              </a:defRPr>
            </a:lvl1pPr>
          </a:lstStyle>
          <a:p>
            <a:pPr lvl="0" algn="l">
              <a:buClrTx/>
              <a:buSzTx/>
              <a:buFontTx/>
            </a:pPr>
            <a:r>
              <a:rPr lang="en-US" dirty="0">
                <a:latin typeface="+mj-lt"/>
                <a:sym typeface="+mn-ea"/>
              </a:rPr>
              <a:t>Click to add title</a:t>
            </a:r>
            <a:endParaRPr lang="en-US" dirty="0">
              <a:sym typeface="+mn-ea"/>
            </a:endParaRPr>
          </a:p>
        </p:txBody>
      </p:sp>
      <p:sp>
        <p:nvSpPr>
          <p:cNvPr id="3" name="日期占位符 2"/>
          <p:cNvSpPr>
            <a:spLocks noGrp="1"/>
          </p:cNvSpPr>
          <p:nvPr>
            <p:ph type="dt" sz="half" idx="10"/>
            <p:custDataLst>
              <p:tags r:id="rId11"/>
            </p:custDataLst>
          </p:nvPr>
        </p:nvSpPr>
        <p:spPr>
          <a:xfrm>
            <a:off x="612000" y="6314400"/>
            <a:ext cx="2700000" cy="316800"/>
          </a:xfrm>
        </p:spPr>
        <p:txBody>
          <a:bodyPr/>
          <a:lstStyle/>
          <a:p>
            <a:r>
              <a:rPr lang="en-US"/>
              <a:t>Date Area</a:t>
            </a:r>
            <a:endParaRPr lang="en-US"/>
          </a:p>
        </p:txBody>
      </p:sp>
      <p:sp>
        <p:nvSpPr>
          <p:cNvPr id="4" name="页脚占位符 3"/>
          <p:cNvSpPr>
            <a:spLocks noGrp="1"/>
          </p:cNvSpPr>
          <p:nvPr>
            <p:ph type="ftr" sz="quarter" idx="11"/>
            <p:custDataLst>
              <p:tags r:id="rId12"/>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13"/>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1" name="矩形 10"/>
          <p:cNvSpPr/>
          <p:nvPr>
            <p:custDataLst>
              <p:tags r:id="rId2"/>
            </p:custDataLst>
          </p:nvPr>
        </p:nvSpPr>
        <p:spPr>
          <a:xfrm>
            <a:off x="0" y="0"/>
            <a:ext cx="12192000" cy="68580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图片 2"/>
          <p:cNvPicPr>
            <a:picLocks noChangeAspect="1"/>
          </p:cNvPicPr>
          <p:nvPr>
            <p:custDataLst>
              <p:tags r:id="rId3"/>
            </p:custDataLst>
          </p:nvPr>
        </p:nvPicPr>
        <p:blipFill>
          <a:blip r:embed="rId4">
            <a:alphaModFix amt="75000"/>
            <a:duotone>
              <a:prstClr val="black"/>
              <a:schemeClr val="bg2">
                <a:tint val="45000"/>
                <a:satMod val="400000"/>
              </a:schemeClr>
            </a:duotone>
            <a:extLst>
              <a:ext uri="{BEBA8EAE-BF5A-486C-A8C5-ECC9F3942E4B}">
                <a14:imgProps xmlns:a14="http://schemas.microsoft.com/office/drawing/2010/main">
                  <a14:imgLayer r:embed="rId5">
                    <a14:imgEffect>
                      <a14:brightnessContrast bright="7000"/>
                    </a14:imgEffect>
                    <a14:imgEffect>
                      <a14:saturation sat="169000"/>
                    </a14:imgEffect>
                  </a14:imgLayer>
                </a14:imgProps>
              </a:ext>
              <a:ext uri="{28A0092B-C50C-407E-A947-70E740481C1C}">
                <a14:useLocalDpi xmlns:a14="http://schemas.microsoft.com/office/drawing/2010/main" val="0"/>
              </a:ext>
            </a:extLst>
          </a:blip>
          <a:stretch>
            <a:fillRect/>
          </a:stretch>
        </p:blipFill>
        <p:spPr>
          <a:xfrm>
            <a:off x="9524" y="0"/>
            <a:ext cx="12182475" cy="6858000"/>
          </a:xfrm>
          <a:prstGeom prst="rect">
            <a:avLst/>
          </a:prstGeom>
        </p:spPr>
      </p:pic>
      <p:pic>
        <p:nvPicPr>
          <p:cNvPr id="9" name="图片 8" descr="矢量智能对象"/>
          <p:cNvPicPr>
            <a:picLocks noChangeAspect="1"/>
          </p:cNvPicPr>
          <p:nvPr>
            <p:custDataLst>
              <p:tags r:id="rId6"/>
            </p:custDataLst>
          </p:nvPr>
        </p:nvPicPr>
        <p:blipFill>
          <a:blip r:embed="rId7"/>
          <a:stretch>
            <a:fillRect/>
          </a:stretch>
        </p:blipFill>
        <p:spPr>
          <a:xfrm>
            <a:off x="7309485" y="2189480"/>
            <a:ext cx="780415" cy="897255"/>
          </a:xfrm>
          <a:prstGeom prst="rect">
            <a:avLst/>
          </a:prstGeom>
        </p:spPr>
      </p:pic>
      <p:pic>
        <p:nvPicPr>
          <p:cNvPr id="10" name="图片 9" descr="363"/>
          <p:cNvPicPr>
            <a:picLocks noChangeAspect="1"/>
          </p:cNvPicPr>
          <p:nvPr>
            <p:custDataLst>
              <p:tags r:id="rId8"/>
            </p:custDataLst>
          </p:nvPr>
        </p:nvPicPr>
        <p:blipFill>
          <a:blip r:embed="rId9"/>
          <a:stretch>
            <a:fillRect/>
          </a:stretch>
        </p:blipFill>
        <p:spPr>
          <a:xfrm>
            <a:off x="9164320" y="1170305"/>
            <a:ext cx="642620" cy="335915"/>
          </a:xfrm>
          <a:prstGeom prst="rect">
            <a:avLst/>
          </a:prstGeom>
        </p:spPr>
      </p:pic>
      <p:sp>
        <p:nvSpPr>
          <p:cNvPr id="7" name="标题"/>
          <p:cNvSpPr txBox="1">
            <a:spLocks noGrp="1"/>
          </p:cNvSpPr>
          <p:nvPr>
            <p:ph type="title" idx="1" hasCustomPrompt="1"/>
            <p:custDataLst>
              <p:tags r:id="rId10"/>
            </p:custDataLst>
          </p:nvPr>
        </p:nvSpPr>
        <p:spPr>
          <a:xfrm>
            <a:off x="702309" y="2189480"/>
            <a:ext cx="6804480" cy="1948815"/>
          </a:xfrm>
          <a:prstGeom prst="rect">
            <a:avLst/>
          </a:prstGeom>
          <a:noFill/>
        </p:spPr>
        <p:txBody>
          <a:bodyPr wrap="square" lIns="91440" tIns="0" rIns="91440" bIns="0" rtlCol="0" anchor="ctr" anchorCtr="0">
            <a:normAutofit/>
          </a:bodyPr>
          <a:lstStyle>
            <a:lvl1pPr marL="0" marR="0" lvl="0" algn="l" defTabSz="914400" rtl="0" eaLnBrk="1" fontAlgn="auto" latinLnBrk="0" hangingPunct="1">
              <a:lnSpc>
                <a:spcPct val="100000"/>
              </a:lnSpc>
              <a:buClrTx/>
              <a:buSzTx/>
              <a:buFontTx/>
              <a:buNone/>
              <a:defRPr kumimoji="0" lang="en-US" sz="5400" b="0" i="0" u="none" strike="noStrike" kern="1200" cap="none" spc="0" normalizeH="0" baseline="0" noProof="1" dirty="0">
                <a:solidFill>
                  <a:schemeClr val="dk1">
                    <a:lumMod val="100000"/>
                  </a:schemeClr>
                </a:solidFill>
                <a:latin typeface="+mj-lt"/>
                <a:sym typeface="+mn-ea"/>
              </a:defRPr>
            </a:lvl1pPr>
          </a:lstStyle>
          <a:p>
            <a:pPr lvl="0" algn="l">
              <a:buClrTx/>
              <a:buSzTx/>
              <a:buFontTx/>
            </a:pPr>
            <a:r>
              <a:rPr lang="en-US" dirty="0">
                <a:latin typeface="+mj-lt"/>
                <a:sym typeface="+mn-ea"/>
              </a:rPr>
              <a:t>Click to add title</a:t>
            </a:r>
            <a:endParaRPr dirty="0">
              <a:sym typeface="+mn-ea"/>
            </a:endParaRPr>
          </a:p>
        </p:txBody>
      </p:sp>
      <p:sp>
        <p:nvSpPr>
          <p:cNvPr id="4" name="日期占位符 3"/>
          <p:cNvSpPr>
            <a:spLocks noGrp="1"/>
          </p:cNvSpPr>
          <p:nvPr>
            <p:ph type="dt" sz="half" idx="10"/>
            <p:custDataLst>
              <p:tags r:id="rId11"/>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12"/>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13"/>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日期占位符 4"/>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6" name="页脚占位符 5"/>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7" name="灯片编号占位符 6"/>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p:txBody>
          <a:bodyPr vert="horz" wrap="square" lIns="0" tIns="0" rIns="0" bIns="0" rtlCol="0" anchor="b">
            <a:normAutofit/>
          </a:bodyPr>
          <a:lstStyle>
            <a:lvl1pPr>
              <a:defRPr lang="en-US" baseline="0" dirty="0">
                <a:latin typeface="+mj-lt"/>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6"/>
            </p:custDataLst>
          </p:nvPr>
        </p:nvSpPr>
        <p:spPr>
          <a:xfrm>
            <a:off x="695960" y="1301750"/>
            <a:ext cx="5323840" cy="4875850"/>
          </a:xfrm>
        </p:spPr>
        <p:txBody>
          <a:bodyPr wrap="square">
            <a:normAutofit/>
          </a:bodyPr>
          <a:lstStyle>
            <a:lvl1pPr>
              <a:defRPr u="none" strike="noStrike" kern="1200" cap="none" spc="0" normalizeH="0" baseline="0">
                <a:solidFill>
                  <a:srgbClr val="253A3F"/>
                </a:solidFill>
                <a:uFillTx/>
                <a:latin typeface="+mn-lt"/>
              </a:defRPr>
            </a:lvl1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7"/>
            </p:custDataLst>
          </p:nvPr>
        </p:nvSpPr>
        <p:spPr>
          <a:xfrm>
            <a:off x="6172200" y="1301750"/>
            <a:ext cx="5323840" cy="4875850"/>
          </a:xfrm>
        </p:spPr>
        <p:txBody>
          <a:bodyPr wrap="square">
            <a:normAutofit/>
          </a:bodyPr>
          <a:lstStyle>
            <a:lvl1pPr>
              <a:defRPr u="none" strike="noStrike" kern="1200" cap="none" spc="0" normalizeH="0" baseline="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日期占位符 6"/>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8" name="页脚占位符 7"/>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9" name="灯片编号占位符 8"/>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a:xfrm>
            <a:off x="695642" y="360000"/>
            <a:ext cx="10800397" cy="864000"/>
          </a:xfrm>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6"/>
            </p:custDataLst>
          </p:nvPr>
        </p:nvSpPr>
        <p:spPr>
          <a:xfrm>
            <a:off x="695960" y="1301750"/>
            <a:ext cx="5323840" cy="411303"/>
          </a:xfrm>
        </p:spPr>
        <p:txBody>
          <a:bodyPr wrap="square" anchor="b">
            <a:normAutofit/>
          </a:bodyPr>
          <a:lstStyle>
            <a:lvl1pPr marL="0" indent="0">
              <a:buNone/>
              <a:defRPr sz="2400" b="1" u="none" strike="noStrike" kern="1200" cap="none" spc="0" normalizeH="0">
                <a:solidFill>
                  <a:srgbClr val="253A3F"/>
                </a:solidFill>
                <a:uFillTx/>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7"/>
            </p:custDataLst>
          </p:nvPr>
        </p:nvSpPr>
        <p:spPr>
          <a:xfrm>
            <a:off x="695960" y="1875099"/>
            <a:ext cx="5323840" cy="4300276"/>
          </a:xfrm>
        </p:spPr>
        <p:txBody>
          <a:bodyPr wrap="square">
            <a:normAutofit/>
          </a:bodyPr>
          <a:lstStyle>
            <a:lvl1pPr>
              <a:defRPr sz="2200"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8"/>
            </p:custDataLst>
          </p:nvPr>
        </p:nvSpPr>
        <p:spPr>
          <a:xfrm>
            <a:off x="6172200" y="1301750"/>
            <a:ext cx="5323840" cy="411303"/>
          </a:xfrm>
        </p:spPr>
        <p:txBody>
          <a:bodyPr wrap="square" anchor="b">
            <a:normAutofit/>
          </a:bodyPr>
          <a:lstStyle>
            <a:lvl1pPr marL="0" indent="0">
              <a:buNone/>
              <a:defRPr sz="2400" b="1" u="none" strike="noStrike" kern="1200" cap="none" spc="0" normalizeH="0">
                <a:solidFill>
                  <a:srgbClr val="253A3F"/>
                </a:solidFill>
                <a:uFillTx/>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9"/>
            </p:custDataLst>
          </p:nvPr>
        </p:nvSpPr>
        <p:spPr>
          <a:xfrm>
            <a:off x="6172200" y="1875099"/>
            <a:ext cx="5323840" cy="4300276"/>
          </a:xfrm>
        </p:spPr>
        <p:txBody>
          <a:bodyPr wrap="square">
            <a:normAutofit/>
          </a:bodyPr>
          <a:lstStyle>
            <a:lvl1pPr>
              <a:defRPr sz="2200"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p:txBody>
          <a:bodyPr wrap="square">
            <a:normAutofit/>
          </a:bodyPr>
          <a:lstStyle/>
          <a:p>
            <a:r>
              <a:rPr lang="en-US" dirty="0">
                <a:latin typeface="+mj-lt"/>
              </a:rPr>
              <a:t>Click to add title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Only">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3" name="内容占位符 1"/>
          <p:cNvSpPr>
            <a:spLocks noGrp="1"/>
          </p:cNvSpPr>
          <p:nvPr>
            <p:ph idx="1" hasCustomPrompt="1"/>
            <p:custDataLst>
              <p:tags r:id="rId5"/>
            </p:custDataLst>
          </p:nvPr>
        </p:nvSpPr>
        <p:spPr>
          <a:xfrm>
            <a:off x="695960" y="360045"/>
            <a:ext cx="10801985" cy="5817870"/>
          </a:xfrm>
        </p:spPr>
        <p:txBody>
          <a:bodyPr wrap="square">
            <a:normAutofit/>
          </a:bodyPr>
          <a:lstStyle>
            <a:lvl1pPr>
              <a:defRPr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and Subtitle">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a:xfrm>
            <a:off x="695642" y="360000"/>
            <a:ext cx="10799087" cy="864000"/>
          </a:xfrm>
        </p:spPr>
        <p:txBody>
          <a:bodyPr wrap="square">
            <a:normAutofit/>
          </a:bodyPr>
          <a:lstStyle/>
          <a:p>
            <a:r>
              <a:rPr lang="en-US" dirty="0">
                <a:latin typeface="+mj-lt"/>
              </a:rPr>
              <a:t>Click to add title</a:t>
            </a:r>
            <a:endParaRPr lang="en-US" dirty="0"/>
          </a:p>
        </p:txBody>
      </p:sp>
      <p:sp>
        <p:nvSpPr>
          <p:cNvPr id="8" name="文本占位符 7"/>
          <p:cNvSpPr>
            <a:spLocks noGrp="1"/>
          </p:cNvSpPr>
          <p:nvPr>
            <p:ph type="body" idx="1" hasCustomPrompt="1"/>
            <p:custDataLst>
              <p:tags r:id="rId6"/>
            </p:custDataLst>
          </p:nvPr>
        </p:nvSpPr>
        <p:spPr>
          <a:xfrm>
            <a:off x="695960" y="1301750"/>
            <a:ext cx="10799088" cy="405553"/>
          </a:xfrm>
        </p:spPr>
        <p:txBody>
          <a:bodyPr wrap="square" anchor="t">
            <a:normAutofit/>
          </a:bodyPr>
          <a:lstStyle>
            <a:lvl1pPr marL="0" indent="0">
              <a:buNone/>
              <a:defRPr sz="2400" b="0" u="none" strike="noStrike" kern="1200" cap="none" spc="0" normalizeH="0">
                <a:solidFill>
                  <a:srgbClr val="253A3F"/>
                </a:solidFill>
                <a:uFillTx/>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showMasterSp="0">
  <p:cSld name="End Slide">
    <p:spTree>
      <p:nvGrpSpPr>
        <p:cNvPr id="1" name=""/>
        <p:cNvGrpSpPr/>
        <p:nvPr/>
      </p:nvGrpSpPr>
      <p:grpSpPr>
        <a:xfrm>
          <a:off x="0" y="0"/>
          <a:ext cx="0" cy="0"/>
          <a:chOff x="0" y="0"/>
          <a:chExt cx="0" cy="0"/>
        </a:xfrm>
      </p:grpSpPr>
      <p:sp>
        <p:nvSpPr>
          <p:cNvPr id="12" name="矩形 11"/>
          <p:cNvSpPr/>
          <p:nvPr>
            <p:custDataLst>
              <p:tags r:id="rId2"/>
            </p:custDataLst>
          </p:nvPr>
        </p:nvSpPr>
        <p:spPr>
          <a:xfrm>
            <a:off x="0" y="0"/>
            <a:ext cx="12192000" cy="68580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图片 10"/>
          <p:cNvPicPr>
            <a:picLocks noChangeAspect="1"/>
          </p:cNvPicPr>
          <p:nvPr>
            <p:custDataLst>
              <p:tags r:id="rId3"/>
            </p:custDataLst>
          </p:nvPr>
        </p:nvPicPr>
        <p:blipFill>
          <a:blip r:embed="rId4">
            <a:duotone>
              <a:prstClr val="black"/>
              <a:schemeClr val="bg2">
                <a:tint val="45000"/>
                <a:satMod val="400000"/>
              </a:schemeClr>
            </a:duotone>
            <a:extLst>
              <a:ext uri="{28A0092B-C50C-407E-A947-70E740481C1C}">
                <a14:useLocalDpi xmlns:a14="http://schemas.microsoft.com/office/drawing/2010/main" val="0"/>
              </a:ext>
            </a:extLst>
          </a:blip>
          <a:stretch>
            <a:fillRect/>
          </a:stretch>
        </p:blipFill>
        <p:spPr>
          <a:xfrm>
            <a:off x="0" y="0"/>
            <a:ext cx="12195124" cy="6858000"/>
          </a:xfrm>
          <a:prstGeom prst="rect">
            <a:avLst/>
          </a:prstGeom>
        </p:spPr>
      </p:pic>
      <p:pic>
        <p:nvPicPr>
          <p:cNvPr id="9" name="图片 8" descr="58585"/>
          <p:cNvPicPr>
            <a:picLocks noChangeAspect="1"/>
          </p:cNvPicPr>
          <p:nvPr>
            <p:custDataLst>
              <p:tags r:id="rId5"/>
            </p:custDataLst>
          </p:nvPr>
        </p:nvPicPr>
        <p:blipFill>
          <a:blip r:embed="rId6"/>
          <a:stretch>
            <a:fillRect/>
          </a:stretch>
        </p:blipFill>
        <p:spPr>
          <a:xfrm>
            <a:off x="9965055" y="606425"/>
            <a:ext cx="1087755" cy="656590"/>
          </a:xfrm>
          <a:prstGeom prst="rect">
            <a:avLst/>
          </a:prstGeom>
        </p:spPr>
      </p:pic>
      <p:sp>
        <p:nvSpPr>
          <p:cNvPr id="8" name="署名"/>
          <p:cNvSpPr>
            <a:spLocks noGrp="1"/>
          </p:cNvSpPr>
          <p:nvPr>
            <p:ph type="body" idx="2" hasCustomPrompt="1"/>
            <p:custDataLst>
              <p:tags r:id="rId7"/>
            </p:custDataLst>
          </p:nvPr>
        </p:nvSpPr>
        <p:spPr>
          <a:xfrm>
            <a:off x="8976049" y="4321810"/>
            <a:ext cx="2177091" cy="486566"/>
          </a:xfrm>
          <a:prstGeom prst="roundRect">
            <a:avLst>
              <a:gd name="adj" fmla="val 50000"/>
            </a:avLst>
          </a:prstGeom>
          <a:gradFill>
            <a:gsLst>
              <a:gs pos="20000">
                <a:schemeClr val="accent2">
                  <a:alpha val="5000"/>
                </a:schemeClr>
              </a:gs>
              <a:gs pos="100000">
                <a:schemeClr val="accent2">
                  <a:alpha val="1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lvl1pPr marL="0" marR="0" lvl="0" algn="ctr" defTabSz="914400" rtl="0" eaLnBrk="1" fontAlgn="auto" latinLnBrk="0" hangingPunct="1">
              <a:lnSpc>
                <a:spcPct val="100000"/>
              </a:lnSpc>
              <a:buClrTx/>
              <a:buSzTx/>
              <a:buFontTx/>
              <a:buNone/>
              <a:defRPr kumimoji="0" lang="en-US" sz="1400" b="0" i="0" u="none" strike="noStrike" kern="1200" cap="none" spc="0" normalizeH="0" baseline="0" noProof="1">
                <a:solidFill>
                  <a:schemeClr val="accent1">
                    <a:lumMod val="75000"/>
                  </a:schemeClr>
                </a:solidFill>
                <a:latin typeface="+mn-lt"/>
                <a:sym typeface="+mn-ea"/>
              </a:defRPr>
            </a:lvl1pPr>
          </a:lstStyle>
          <a:p>
            <a:pPr lvl="0" algn="ctr">
              <a:buClrTx/>
              <a:buSzTx/>
              <a:buFontTx/>
            </a:pPr>
            <a:r>
              <a:rPr lang="en-US" dirty="0">
                <a:latin typeface="+mn-lt"/>
                <a:sym typeface="+mn-ea"/>
              </a:rPr>
              <a:t>Click to add text</a:t>
            </a:r>
            <a:endParaRPr lang="en-US" dirty="0">
              <a:sym typeface="+mn-ea"/>
            </a:endParaRPr>
          </a:p>
        </p:txBody>
      </p:sp>
      <p:sp>
        <p:nvSpPr>
          <p:cNvPr id="7" name="标题"/>
          <p:cNvSpPr txBox="1">
            <a:spLocks noGrp="1"/>
          </p:cNvSpPr>
          <p:nvPr>
            <p:ph type="title" idx="1" hasCustomPrompt="1"/>
            <p:custDataLst>
              <p:tags r:id="rId8"/>
            </p:custDataLst>
          </p:nvPr>
        </p:nvSpPr>
        <p:spPr>
          <a:xfrm>
            <a:off x="5059680" y="2042795"/>
            <a:ext cx="6155055" cy="2093595"/>
          </a:xfrm>
          <a:prstGeom prst="rect">
            <a:avLst/>
          </a:prstGeom>
          <a:noFill/>
        </p:spPr>
        <p:txBody>
          <a:bodyPr wrap="square" lIns="0" tIns="0" rIns="0" bIns="0" rtlCol="0" anchor="ctr" anchorCtr="0">
            <a:normAutofit/>
          </a:bodyPr>
          <a:lstStyle>
            <a:lvl1pPr marL="0" marR="0" lvl="0" algn="r" defTabSz="914400" rtl="0" eaLnBrk="1" fontAlgn="auto" latinLnBrk="0" hangingPunct="1">
              <a:lnSpc>
                <a:spcPct val="100000"/>
              </a:lnSpc>
              <a:buClrTx/>
              <a:buSzTx/>
              <a:buFontTx/>
              <a:buNone/>
              <a:defRPr kumimoji="0" lang="en-US" sz="5400" b="0" i="0" u="none" strike="noStrike" kern="1200" cap="none" spc="0" normalizeH="0" baseline="0" noProof="1" dirty="0">
                <a:solidFill>
                  <a:schemeClr val="dk1">
                    <a:lumMod val="100000"/>
                  </a:schemeClr>
                </a:solidFill>
                <a:latin typeface="+mj-lt"/>
                <a:sym typeface="+mn-ea"/>
              </a:defRPr>
            </a:lvl1pPr>
          </a:lstStyle>
          <a:p>
            <a:pPr lvl="0" algn="r">
              <a:buClrTx/>
              <a:buSzTx/>
              <a:buFontTx/>
            </a:pPr>
            <a:r>
              <a:rPr dirty="0">
                <a:latin typeface="+mj-lt"/>
                <a:sym typeface="+mn-ea"/>
              </a:rPr>
              <a:t>Click to add title</a:t>
            </a:r>
            <a:endParaRPr dirty="0">
              <a:sym typeface="+mn-ea"/>
            </a:endParaRPr>
          </a:p>
        </p:txBody>
      </p:sp>
      <p:sp>
        <p:nvSpPr>
          <p:cNvPr id="4" name="日期占位符 3"/>
          <p:cNvSpPr>
            <a:spLocks noGrp="1"/>
          </p:cNvSpPr>
          <p:nvPr>
            <p:ph type="dt" sz="half" idx="10"/>
            <p:custDataLst>
              <p:tags r:id="rId9"/>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10"/>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11"/>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tags" Target="../tags/tag78.xml"/><Relationship Id="rId20" Type="http://schemas.openxmlformats.org/officeDocument/2006/relationships/tags" Target="../tags/tag77.xml"/><Relationship Id="rId2" Type="http://schemas.openxmlformats.org/officeDocument/2006/relationships/slideLayout" Target="../slideLayouts/slideLayout2.xml"/><Relationship Id="rId19" Type="http://schemas.openxmlformats.org/officeDocument/2006/relationships/tags" Target="../tags/tag76.xml"/><Relationship Id="rId18" Type="http://schemas.openxmlformats.org/officeDocument/2006/relationships/tags" Target="../tags/tag75.xml"/><Relationship Id="rId17" Type="http://schemas.openxmlformats.org/officeDocument/2006/relationships/tags" Target="../tags/tag74.xml"/><Relationship Id="rId16" Type="http://schemas.openxmlformats.org/officeDocument/2006/relationships/tags" Target="../tags/tag73.xml"/><Relationship Id="rId15" Type="http://schemas.openxmlformats.org/officeDocument/2006/relationships/tags" Target="../tags/tag72.xml"/><Relationship Id="rId14" Type="http://schemas.openxmlformats.org/officeDocument/2006/relationships/image" Target="../media/image9.png"/><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4" name="矩形 3"/>
          <p:cNvSpPr/>
          <p:nvPr>
            <p:custDataLst>
              <p:tags r:id="rId12"/>
            </p:custDataLst>
          </p:nvPr>
        </p:nvSpPr>
        <p:spPr>
          <a:xfrm>
            <a:off x="0" y="0"/>
            <a:ext cx="12192000" cy="6858000"/>
          </a:xfrm>
          <a:prstGeom prst="rect">
            <a:avLst/>
          </a:prstGeom>
          <a:solidFill>
            <a:schemeClr val="accent1">
              <a:lumMod val="8000"/>
              <a:lumOff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pic>
        <p:nvPicPr>
          <p:cNvPr id="6" name="图片 5"/>
          <p:cNvPicPr>
            <a:picLocks noChangeAspect="1"/>
          </p:cNvPicPr>
          <p:nvPr>
            <p:custDataLst>
              <p:tags r:id="rId13"/>
            </p:custDataLst>
          </p:nvPr>
        </p:nvPicPr>
        <p:blipFill>
          <a:blip r:embed="rId14">
            <a:alphaModFix amt="47000"/>
            <a:duotone>
              <a:prstClr val="black"/>
              <a:schemeClr val="bg2">
                <a:tint val="45000"/>
                <a:satMod val="400000"/>
              </a:schemeClr>
            </a:duotone>
            <a:extLst>
              <a:ext uri="{28A0092B-C50C-407E-A947-70E740481C1C}">
                <a14:useLocalDpi xmlns:a14="http://schemas.microsoft.com/office/drawing/2010/main" val="0"/>
              </a:ext>
            </a:extLst>
          </a:blip>
          <a:stretch>
            <a:fillRect/>
          </a:stretch>
        </p:blipFill>
        <p:spPr>
          <a:xfrm>
            <a:off x="0" y="0"/>
            <a:ext cx="12172950" cy="6858000"/>
          </a:xfrm>
          <a:prstGeom prst="rect">
            <a:avLst/>
          </a:prstGeom>
        </p:spPr>
      </p:pic>
      <p:sp>
        <p:nvSpPr>
          <p:cNvPr id="8" name="日期占位符 7"/>
          <p:cNvSpPr>
            <a:spLocks noGrp="1"/>
          </p:cNvSpPr>
          <p:nvPr>
            <p:ph type="dt" sz="half" idx="10"/>
            <p:custDataLst>
              <p:tags r:id="rId15"/>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9" name="页脚占位符 8"/>
          <p:cNvSpPr>
            <a:spLocks noGrp="1"/>
          </p:cNvSpPr>
          <p:nvPr>
            <p:ph type="ftr" sz="quarter" idx="11"/>
            <p:custDataLst>
              <p:tags r:id="rId16"/>
            </p:custDataLst>
          </p:nvPr>
        </p:nvSpPr>
        <p:spPr>
          <a:xfrm>
            <a:off x="4038600" y="6356350"/>
            <a:ext cx="4114800" cy="365125"/>
          </a:xfrm>
        </p:spPr>
        <p:txBody>
          <a:bodyPr/>
          <a:lstStyle>
            <a:lvl1pPr>
              <a:defRPr>
                <a:latin typeface="Arial" panose="020B0604020202020204" pitchFamily="34" charset="0"/>
              </a:defRPr>
            </a:lvl1pPr>
          </a:lstStyle>
          <a:p>
            <a:endParaRPr lang="en-US" dirty="0"/>
          </a:p>
        </p:txBody>
      </p:sp>
      <p:sp>
        <p:nvSpPr>
          <p:cNvPr id="10" name="灯片编号占位符 9"/>
          <p:cNvSpPr>
            <a:spLocks noGrp="1"/>
          </p:cNvSpPr>
          <p:nvPr>
            <p:ph type="sldNum" sz="quarter" idx="12"/>
            <p:custDataLst>
              <p:tags r:id="rId17"/>
            </p:custDataLst>
          </p:nvPr>
        </p:nvSpPr>
        <p:spPr>
          <a:xfrm>
            <a:off x="8753983" y="6356350"/>
            <a:ext cx="2743200" cy="365125"/>
          </a:xfrm>
        </p:spPr>
        <p:txBody>
          <a:bodyPr/>
          <a:lstStyle>
            <a:lvl1pPr>
              <a:defRPr>
                <a:latin typeface="Arial" panose="020B0604020202020204" pitchFamily="34" charset="0"/>
              </a:defRPr>
            </a:lvl1pPr>
          </a:lstStyle>
          <a:p>
            <a:fld id="{49AE70B2-8BF9-45C0-BB95-33D1B9D3A854}" type="slidenum">
              <a:rPr lang="en-US" smtClean="0"/>
            </a:fld>
            <a:endParaRPr lang="en-US" dirty="0"/>
          </a:p>
        </p:txBody>
      </p:sp>
      <p:sp>
        <p:nvSpPr>
          <p:cNvPr id="7" name="标题占位符 1"/>
          <p:cNvSpPr>
            <a:spLocks noGrp="1"/>
          </p:cNvSpPr>
          <p:nvPr>
            <p:ph type="title"/>
            <p:custDataLst>
              <p:tags r:id="rId18"/>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11" name="文本占位符 10"/>
          <p:cNvSpPr>
            <a:spLocks noGrp="1"/>
          </p:cNvSpPr>
          <p:nvPr>
            <p:ph type="body" idx="1"/>
            <p:custDataLst>
              <p:tags r:id="rId19"/>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2" name="KSO_TEMPLATE" hidden="1"/>
          <p:cNvSpPr/>
          <p:nvPr>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21"/>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kumimoji="0" lang="en-US" sz="3200" b="0" i="0" u="none" strike="noStrike" kern="1200" cap="none" spc="0" normalizeH="0" baseline="0" dirty="0" smtClean="0">
          <a:solidFill>
            <a:srgbClr val="253A3F"/>
          </a:solidFill>
          <a:uFillTx/>
          <a:latin typeface="Arial" panose="020B0604020202020204" pitchFamily="34" charset="0"/>
          <a:sym typeface="Arial" panose="020B0604020202020204" pitchFamily="3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0" normalizeH="0" baseline="0">
          <a:solidFill>
            <a:srgbClr val="253A3F"/>
          </a:solidFill>
          <a:uFillTx/>
          <a:latin typeface="Arial" panose="020B0604020202020204" pitchFamily="3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rgbClr val="253A3F"/>
          </a:solidFill>
          <a:uFillTx/>
          <a:latin typeface="+mn-lt"/>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rgbClr val="253A3F"/>
          </a:solidFill>
          <a:uFillTx/>
          <a:latin typeface="+mn-lt"/>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rgbClr val="253A3F"/>
          </a:solidFill>
          <a:uFillTx/>
          <a:latin typeface="+mn-lt"/>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rgbClr val="253A3F"/>
          </a:solidFill>
          <a:uFillTx/>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2.xml"/><Relationship Id="rId3" Type="http://schemas.openxmlformats.org/officeDocument/2006/relationships/image" Target="../media/image10.png"/><Relationship Id="rId2" Type="http://schemas.openxmlformats.org/officeDocument/2006/relationships/tags" Target="../tags/tag91.xml"/><Relationship Id="rId1" Type="http://schemas.openxmlformats.org/officeDocument/2006/relationships/tags" Target="../tags/tag90.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5.xml"/><Relationship Id="rId3" Type="http://schemas.openxmlformats.org/officeDocument/2006/relationships/image" Target="../media/image11.png"/><Relationship Id="rId2" Type="http://schemas.openxmlformats.org/officeDocument/2006/relationships/tags" Target="../tags/tag94.xml"/><Relationship Id="rId1" Type="http://schemas.openxmlformats.org/officeDocument/2006/relationships/tags" Target="../tags/tag93.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03.xml"/><Relationship Id="rId1" Type="http://schemas.openxmlformats.org/officeDocument/2006/relationships/tags" Target="../tags/tag1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5"/>
          <p:cNvSpPr>
            <a:spLocks noGrp="1"/>
          </p:cNvSpPr>
          <p:nvPr>
            <p:ph type="body" idx="3"/>
            <p:custDataLst>
              <p:tags r:id="rId1"/>
            </p:custDataLst>
          </p:nvPr>
        </p:nvSpPr>
        <p:spPr>
          <a:xfrm>
            <a:off x="0" y="3169920"/>
            <a:ext cx="7691120" cy="2639695"/>
          </a:xfrm>
        </p:spPr>
        <p:txBody>
          <a:bodyPr>
            <a:noAutofit/>
          </a:bodyPr>
          <a:lstStyle/>
          <a:p>
            <a:pPr algn="l">
              <a:defRPr sz="1200" b="0">
                <a:solidFill>
                  <a:srgbClr val="FFFFFF"/>
                </a:solidFill>
                <a:latin typeface="Aptos Display"/>
              </a:defRPr>
            </a:pPr>
            <a:r>
              <a:rPr sz="2000" b="1">
                <a:solidFill>
                  <a:schemeClr val="tx1"/>
                </a:solidFill>
                <a:sym typeface="+mn-ea"/>
              </a:rPr>
              <a:t>Team Members:   Uppala Bhavya Sri |  V.Charita Sree</a:t>
            </a:r>
            <a:br>
              <a:rPr sz="2000" b="1">
                <a:solidFill>
                  <a:schemeClr val="tx1"/>
                </a:solidFill>
                <a:sym typeface="+mn-ea"/>
              </a:rPr>
            </a:br>
            <a:r>
              <a:rPr sz="2000" b="1" dirty="0" err="1">
                <a:solidFill>
                  <a:schemeClr val="tx1"/>
                </a:solidFill>
                <a:sym typeface="+mn-ea"/>
              </a:rPr>
              <a:t>Velpuri</a:t>
            </a:r>
            <a:r>
              <a:rPr sz="2000" b="1">
                <a:solidFill>
                  <a:schemeClr val="tx1"/>
                </a:solidFill>
                <a:sym typeface="+mn-ea"/>
              </a:rPr>
              <a:t> Sai Rohitha | Venkata Puneeth Kothapalli | Yuvasree P</a:t>
            </a:r>
            <a:endParaRPr sz="2000" b="1">
              <a:solidFill>
                <a:schemeClr val="tx1"/>
              </a:solidFill>
              <a:sym typeface="+mn-ea"/>
            </a:endParaRPr>
          </a:p>
          <a:p>
            <a:pPr algn="l">
              <a:defRPr sz="1200" b="0">
                <a:solidFill>
                  <a:srgbClr val="FFFFFF"/>
                </a:solidFill>
                <a:latin typeface="Aptos Display"/>
              </a:defRPr>
            </a:pPr>
            <a:br>
              <a:rPr sz="2000" b="1">
                <a:solidFill>
                  <a:schemeClr val="tx1"/>
                </a:solidFill>
                <a:sym typeface="+mn-ea"/>
              </a:rPr>
            </a:br>
            <a:r>
              <a:rPr sz="2000" b="1">
                <a:solidFill>
                  <a:schemeClr val="tx1"/>
                </a:solidFill>
                <a:sym typeface="+mn-ea"/>
              </a:rPr>
              <a:t>Team D • Group 1</a:t>
            </a:r>
            <a:br>
              <a:rPr sz="2000" b="1">
                <a:solidFill>
                  <a:schemeClr val="tx1"/>
                </a:solidFill>
                <a:sym typeface="+mn-ea"/>
              </a:rPr>
            </a:br>
            <a:r>
              <a:rPr sz="2000" b="1">
                <a:solidFill>
                  <a:schemeClr val="tx1"/>
                </a:solidFill>
                <a:sym typeface="+mn-ea"/>
              </a:rPr>
              <a:t>Mentor: Ms. Nityasree</a:t>
            </a:r>
            <a:endParaRPr lang="en-US" sz="2000" b="1">
              <a:solidFill>
                <a:schemeClr val="tx1"/>
              </a:solidFill>
              <a:sym typeface="+mn-ea"/>
            </a:endParaRPr>
          </a:p>
        </p:txBody>
      </p:sp>
      <p:sp>
        <p:nvSpPr>
          <p:cNvPr id="9" name="文本占位符 7"/>
          <p:cNvSpPr>
            <a:spLocks noGrp="1"/>
          </p:cNvSpPr>
          <p:nvPr>
            <p:ph type="body" idx="2"/>
            <p:custDataLst>
              <p:tags r:id="rId2"/>
            </p:custDataLst>
          </p:nvPr>
        </p:nvSpPr>
        <p:spPr>
          <a:xfrm>
            <a:off x="247650" y="2065655"/>
            <a:ext cx="5229860" cy="429260"/>
          </a:xfrm>
          <a:prstGeom prst="rect">
            <a:avLst/>
          </a:prstGeom>
          <a:noFill/>
        </p:spPr>
        <p:txBody>
          <a:bodyPr>
            <a:noAutofit/>
          </a:bodyPr>
          <a:p>
            <a:r>
              <a:rPr lang="en-US" sz="1800" b="1">
                <a:solidFill>
                  <a:schemeClr val="tx1"/>
                </a:solidFill>
                <a:ea typeface="+mn-ea"/>
              </a:rPr>
              <a:t>INFOSYS SPRINGBOARD • VIRTUAL INTERNSHIP 7.0</a:t>
            </a:r>
            <a:endParaRPr lang="en-US" sz="1800" b="1">
              <a:solidFill>
                <a:schemeClr val="tx1"/>
              </a:solidFill>
              <a:ea typeface="+mn-ea"/>
            </a:endParaRPr>
          </a:p>
        </p:txBody>
      </p:sp>
      <p:sp>
        <p:nvSpPr>
          <p:cNvPr id="11" name="标题 3"/>
          <p:cNvSpPr>
            <a:spLocks noGrp="1"/>
          </p:cNvSpPr>
          <p:nvPr>
            <p:ph type="title" idx="1"/>
            <p:custDataLst>
              <p:tags r:id="rId3"/>
            </p:custDataLst>
          </p:nvPr>
        </p:nvSpPr>
        <p:spPr>
          <a:xfrm>
            <a:off x="247650" y="254000"/>
            <a:ext cx="10967085" cy="1702435"/>
          </a:xfrm>
        </p:spPr>
        <p:txBody>
          <a:bodyPr>
            <a:noAutofit/>
          </a:bodyPr>
          <a:lstStyle/>
          <a:p>
            <a:pPr marL="0" indent="0" algn="ctr">
              <a:lnSpc>
                <a:spcPct val="100000"/>
              </a:lnSpc>
              <a:spcBef>
                <a:spcPts val="0"/>
              </a:spcBef>
              <a:spcAft>
                <a:spcPts val="0"/>
              </a:spcAft>
              <a:buSzPct val="100000"/>
            </a:pPr>
            <a:r>
              <a:rPr sz="3600">
                <a:sym typeface="+mn-ea"/>
              </a:rPr>
              <a:t>SUPPLY CHAIN VISIBILITY SYSTEM</a:t>
            </a:r>
            <a:br>
              <a:rPr sz="3600">
                <a:sym typeface="+mn-ea"/>
              </a:rPr>
            </a:br>
            <a:r>
              <a:rPr sz="3600">
                <a:sym typeface="+mn-ea"/>
              </a:rPr>
              <a:t>WITH OPTIMIZATION ANALYTICS</a:t>
            </a:r>
            <a:endParaRPr sz="3600">
              <a:sym typeface="+mn-ea"/>
            </a:endParaRPr>
          </a:p>
        </p:txBody>
      </p:sp>
      <p:sp>
        <p:nvSpPr>
          <p:cNvPr id="12" name="Rectangle 11"/>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p:cNvSpPr>
            <a:spLocks noGrp="1"/>
          </p:cNvSpPr>
          <p:nvPr>
            <p:ph type="title" idx="1"/>
            <p:custDataLst>
              <p:tags r:id="rId1"/>
            </p:custDataLst>
          </p:nvPr>
        </p:nvSpPr>
        <p:spPr>
          <a:xfrm>
            <a:off x="252730" y="757555"/>
            <a:ext cx="5843270" cy="757555"/>
          </a:xfrm>
        </p:spPr>
        <p:txBody>
          <a:bodyPr>
            <a:noAutofit/>
          </a:bodyPr>
          <a:lstStyle/>
          <a:p>
            <a:r>
              <a:rPr sz="3200" b="1">
                <a:solidFill>
                  <a:srgbClr val="19191E"/>
                </a:solidFill>
                <a:sym typeface="+mn-ea"/>
              </a:rPr>
              <a:t>- PROJECT OBJECTIVE</a:t>
            </a:r>
            <a:endParaRPr lang="en-US" sz="3200" b="1">
              <a:solidFill>
                <a:srgbClr val="19191E"/>
              </a:solidFill>
              <a:sym typeface="+mn-ea"/>
            </a:endParaRPr>
          </a:p>
        </p:txBody>
      </p:sp>
      <p:sp>
        <p:nvSpPr>
          <p:cNvPr id="30" name="标题"/>
          <p:cNvSpPr txBox="1"/>
          <p:nvPr>
            <p:custDataLst>
              <p:tags r:id="rId2"/>
            </p:custDataLst>
          </p:nvPr>
        </p:nvSpPr>
        <p:spPr>
          <a:xfrm>
            <a:off x="297634" y="2233848"/>
            <a:ext cx="4204785" cy="2825842"/>
          </a:xfrm>
          <a:prstGeom prst="rect">
            <a:avLst/>
          </a:prstGeom>
          <a:noFill/>
        </p:spPr>
        <p:txBody>
          <a:bodyPr wrap="square" lIns="0" tIns="0" rIns="0" bIns="0" rtlCol="0" anchor="ctr" anchorCtr="0"/>
          <a:lstStyle/>
          <a:p>
            <a:pPr marL="285750" indent="-285750" algn="l">
              <a:buFont typeface="Arial" panose="020B0604020202020204" pitchFamily="34" charset="0"/>
              <a:buChar char="•"/>
            </a:pPr>
            <a:r>
              <a:rPr lang="en-US" altLang="en-US" sz="1600" dirty="0">
                <a:solidFill>
                  <a:schemeClr val="dk1">
                    <a:lumMod val="100000"/>
                  </a:schemeClr>
                </a:solidFill>
                <a:latin typeface="+mj-lt"/>
                <a:sym typeface="+mn-ea"/>
              </a:rPr>
              <a:t>Analyze supply-chain data to understand sales, orders, customers, products, shipping, delivery, and profitability.</a:t>
            </a:r>
            <a:endParaRPr lang="en-US" altLang="en-US" sz="1600" dirty="0">
              <a:solidFill>
                <a:schemeClr val="dk1">
                  <a:lumMod val="100000"/>
                </a:schemeClr>
              </a:solidFill>
              <a:latin typeface="+mj-lt"/>
              <a:sym typeface="+mn-ea"/>
            </a:endParaRPr>
          </a:p>
          <a:p>
            <a:pPr marL="285750" indent="-285750" algn="l">
              <a:buFont typeface="Arial" panose="020B0604020202020204" pitchFamily="34" charset="0"/>
              <a:buChar char="•"/>
            </a:pPr>
            <a:endParaRPr lang="en-US" altLang="en-US" sz="1600" dirty="0">
              <a:solidFill>
                <a:schemeClr val="dk1">
                  <a:lumMod val="100000"/>
                </a:schemeClr>
              </a:solidFill>
              <a:latin typeface="+mj-lt"/>
              <a:sym typeface="+mn-ea"/>
            </a:endParaRPr>
          </a:p>
          <a:p>
            <a:pPr marL="285750" indent="-285750" algn="l">
              <a:buFont typeface="Arial" panose="020B0604020202020204" pitchFamily="34" charset="0"/>
              <a:buChar char="•"/>
            </a:pPr>
            <a:r>
              <a:rPr lang="en-US" altLang="en-US" sz="1600" dirty="0">
                <a:solidFill>
                  <a:schemeClr val="dk1">
                    <a:lumMod val="100000"/>
                  </a:schemeClr>
                </a:solidFill>
                <a:latin typeface="+mj-lt"/>
                <a:sym typeface="+mn-ea"/>
              </a:rPr>
              <a:t>Identify important business and supply-chain performance patterns from transactional data.</a:t>
            </a:r>
            <a:endParaRPr lang="en-US" altLang="en-US" sz="1600" dirty="0">
              <a:solidFill>
                <a:schemeClr val="dk1">
                  <a:lumMod val="100000"/>
                </a:schemeClr>
              </a:solidFill>
              <a:latin typeface="+mj-lt"/>
              <a:sym typeface="+mn-ea"/>
            </a:endParaRPr>
          </a:p>
          <a:p>
            <a:pPr marL="285750" indent="-285750" algn="l">
              <a:buFont typeface="Arial" panose="020B0604020202020204" pitchFamily="34" charset="0"/>
              <a:buChar char="•"/>
            </a:pPr>
            <a:endParaRPr lang="en-US" altLang="en-US" sz="1600" dirty="0">
              <a:solidFill>
                <a:schemeClr val="dk1">
                  <a:lumMod val="100000"/>
                </a:schemeClr>
              </a:solidFill>
              <a:latin typeface="+mj-lt"/>
              <a:sym typeface="+mn-ea"/>
            </a:endParaRPr>
          </a:p>
          <a:p>
            <a:pPr marL="285750" indent="-285750" algn="l">
              <a:buFont typeface="Arial" panose="020B0604020202020204" pitchFamily="34" charset="0"/>
              <a:buChar char="•"/>
            </a:pPr>
            <a:r>
              <a:rPr lang="en-US" altLang="en-US" sz="1600" dirty="0">
                <a:solidFill>
                  <a:schemeClr val="dk1">
                    <a:lumMod val="100000"/>
                  </a:schemeClr>
                </a:solidFill>
                <a:latin typeface="+mj-lt"/>
                <a:sym typeface="+mn-ea"/>
              </a:rPr>
              <a:t>Compare performance across customer segments, product categories, shipping modes, markets, and regions.</a:t>
            </a:r>
            <a:endParaRPr lang="en-US" altLang="en-US" sz="1600" dirty="0">
              <a:solidFill>
                <a:schemeClr val="dk1">
                  <a:lumMod val="100000"/>
                </a:schemeClr>
              </a:solidFill>
              <a:latin typeface="+mj-lt"/>
              <a:sym typeface="+mn-ea"/>
            </a:endParaRPr>
          </a:p>
          <a:p>
            <a:pPr marL="285750" indent="-285750" algn="l">
              <a:buFont typeface="Arial" panose="020B0604020202020204" pitchFamily="34" charset="0"/>
              <a:buChar char="•"/>
            </a:pPr>
            <a:endParaRPr lang="en-US" altLang="en-US" sz="1600" dirty="0">
              <a:solidFill>
                <a:schemeClr val="dk1">
                  <a:lumMod val="100000"/>
                </a:schemeClr>
              </a:solidFill>
              <a:latin typeface="+mj-lt"/>
              <a:sym typeface="+mn-ea"/>
            </a:endParaRPr>
          </a:p>
          <a:p>
            <a:pPr marL="285750" indent="-285750" algn="l">
              <a:buFont typeface="Arial" panose="020B0604020202020204" pitchFamily="34" charset="0"/>
              <a:buChar char="•"/>
            </a:pPr>
            <a:r>
              <a:rPr lang="en-US" altLang="en-US" sz="1600" dirty="0">
                <a:solidFill>
                  <a:schemeClr val="dk1">
                    <a:lumMod val="100000"/>
                  </a:schemeClr>
                </a:solidFill>
                <a:latin typeface="+mj-lt"/>
                <a:sym typeface="+mn-ea"/>
              </a:rPr>
              <a:t>Develop interactive Power BI dashboards to provide meaningful insights for better decision-making.</a:t>
            </a:r>
            <a:endParaRPr lang="en-US" altLang="en-US" sz="1600" dirty="0">
              <a:solidFill>
                <a:schemeClr val="dk1">
                  <a:lumMod val="100000"/>
                </a:schemeClr>
              </a:solidFill>
              <a:latin typeface="+mj-lt"/>
              <a:sym typeface="+mn-ea"/>
            </a:endParaRPr>
          </a:p>
        </p:txBody>
      </p:sp>
      <p:sp>
        <p:nvSpPr>
          <p:cNvPr id="32" name="标题"/>
          <p:cNvSpPr txBox="1"/>
          <p:nvPr>
            <p:custDataLst>
              <p:tags r:id="rId3"/>
            </p:custDataLst>
          </p:nvPr>
        </p:nvSpPr>
        <p:spPr>
          <a:xfrm>
            <a:off x="6618605" y="1096645"/>
            <a:ext cx="4204970" cy="4909820"/>
          </a:xfrm>
          <a:prstGeom prst="rect">
            <a:avLst/>
          </a:prstGeom>
          <a:noFill/>
        </p:spPr>
        <p:txBody>
          <a:bodyPr wrap="square" lIns="0" tIns="0" rIns="0" bIns="0" rtlCol="0" anchor="ctr" anchorCtr="0"/>
          <a:lstStyle/>
          <a:p>
            <a:pPr algn="l"/>
            <a:r>
              <a:rPr lang="en-US" altLang="en-US" sz="3200" b="1" dirty="0">
                <a:solidFill>
                  <a:schemeClr val="dk1">
                    <a:lumMod val="100000"/>
                  </a:schemeClr>
                </a:solidFill>
                <a:latin typeface="+mj-lt"/>
                <a:sym typeface="+mn-ea"/>
              </a:rPr>
              <a:t>Project Modules:</a:t>
            </a:r>
            <a:endParaRPr lang="en-US" altLang="en-US" sz="3200" b="1" dirty="0">
              <a:solidFill>
                <a:schemeClr val="dk1">
                  <a:lumMod val="100000"/>
                </a:schemeClr>
              </a:solidFill>
              <a:latin typeface="+mj-lt"/>
              <a:sym typeface="+mn-ea"/>
            </a:endParaRPr>
          </a:p>
          <a:p>
            <a:pPr algn="l"/>
            <a:endParaRPr lang="en-US" altLang="en-US" sz="3200" b="1"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Sales Performance Analysis</a:t>
            </a:r>
            <a:endParaRPr lang="en-US" altLang="en-US" sz="2000"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Delivery &amp; Supply Chain Operations</a:t>
            </a:r>
            <a:endParaRPr lang="en-US" altLang="en-US" sz="2000"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Customer &amp; Business Insights</a:t>
            </a:r>
            <a:endParaRPr lang="en-US" altLang="en-US" sz="2000"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Product &amp; Category Performance</a:t>
            </a:r>
            <a:endParaRPr lang="en-US" altLang="en-US" sz="2000"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Geographic &amp; Market Performance</a:t>
            </a:r>
            <a:endParaRPr lang="en-US" altLang="en-US" sz="2000"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Cost &amp; Profitability Analysis</a:t>
            </a:r>
            <a:endParaRPr lang="en-US" altLang="en-US" sz="2000"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Order Value &amp; Performance Insights</a:t>
            </a:r>
            <a:endParaRPr lang="en-US" altLang="en-US" sz="2000" dirty="0">
              <a:solidFill>
                <a:schemeClr val="dk1">
                  <a:lumMod val="100000"/>
                </a:schemeClr>
              </a:solidFill>
              <a:latin typeface="+mj-lt"/>
              <a:sym typeface="+mn-ea"/>
            </a:endParaRPr>
          </a:p>
        </p:txBody>
      </p:sp>
      <p:sp>
        <p:nvSpPr>
          <p:cNvPr id="34" name="Rectangle 33"/>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308610" y="139020"/>
            <a:ext cx="10800000" cy="720000"/>
          </a:xfrm>
        </p:spPr>
        <p:txBody>
          <a:bodyPr/>
          <a:p>
            <a:r>
              <a:rPr lang="en-US" altLang="en-US"/>
              <a:t>- PROJECT EXECUTION MILESTONES</a:t>
            </a:r>
            <a:endParaRPr lang="en-US" altLang="en-US"/>
          </a:p>
        </p:txBody>
      </p:sp>
      <p:sp>
        <p:nvSpPr>
          <p:cNvPr id="3" name="Content Placeholder 2"/>
          <p:cNvSpPr>
            <a:spLocks noGrp="1"/>
          </p:cNvSpPr>
          <p:nvPr>
            <p:ph idx="1"/>
            <p:custDataLst>
              <p:tags r:id="rId2"/>
            </p:custDataLst>
          </p:nvPr>
        </p:nvSpPr>
        <p:spPr/>
        <p:txBody>
          <a:bodyPr/>
          <a:p>
            <a:r>
              <a:rPr lang="en-US"/>
              <a:t>单击此处编辑母版文本样式</a:t>
            </a:r>
            <a:endParaRPr lang="en-US"/>
          </a:p>
          <a:p>
            <a:r>
              <a:rPr lang="en-US"/>
              <a:t>二级</a:t>
            </a:r>
            <a:endParaRPr lang="en-US"/>
          </a:p>
          <a:p>
            <a:r>
              <a:rPr lang="en-US"/>
              <a:t>三级</a:t>
            </a:r>
            <a:endParaRPr lang="en-US"/>
          </a:p>
          <a:p>
            <a:r>
              <a:rPr lang="en-US"/>
              <a:t>四级</a:t>
            </a:r>
            <a:endParaRPr lang="en-US"/>
          </a:p>
          <a:p>
            <a:r>
              <a:rPr lang="en-US"/>
              <a:t>五级</a:t>
            </a:r>
            <a:endParaRPr lang="en-US"/>
          </a:p>
        </p:txBody>
      </p:sp>
      <p:sp>
        <p:nvSpPr>
          <p:cNvPr id="5" name="Rectangle 4"/>
          <p:cNvSpPr/>
          <p:nvPr/>
        </p:nvSpPr>
        <p:spPr>
          <a:xfrm>
            <a:off x="308610" y="969645"/>
            <a:ext cx="3154045" cy="588835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2800" u="sng"/>
              <a:t>Milestone 1  </a:t>
            </a:r>
            <a:endParaRPr lang="en-US" altLang="en-US" sz="2800" u="sng"/>
          </a:p>
          <a:p>
            <a:pPr algn="ctr"/>
            <a:r>
              <a:rPr lang="en-US" altLang="en-US" b="1" u="sng"/>
              <a:t>Data Acquisition &amp; Cleaning</a:t>
            </a:r>
            <a:endParaRPr lang="en-US" altLang="en-US" b="1" u="sng"/>
          </a:p>
          <a:p>
            <a:pPr algn="ctr"/>
            <a:endParaRPr lang="en-US" altLang="en-US" b="1"/>
          </a:p>
          <a:p>
            <a:pPr marL="285750" indent="-285750" algn="l">
              <a:buFont typeface="Arial" panose="020B0604020202020204" pitchFamily="34" charset="0"/>
              <a:buChar char="•"/>
            </a:pPr>
            <a:r>
              <a:rPr lang="en-US" altLang="en-US" sz="1600"/>
              <a:t>Collected and imported the DataCo Supply Chain Dataset into Power BI and examined its structure, attributes, and data quality.</a:t>
            </a:r>
            <a:endParaRPr lang="en-US" altLang="en-US" sz="1600"/>
          </a:p>
          <a:p>
            <a:pPr indent="0" algn="l">
              <a:buFont typeface="Arial" panose="020B0604020202020204" pitchFamily="34" charset="0"/>
              <a:buNone/>
            </a:pPr>
            <a:endParaRPr lang="en-US" altLang="en-US" sz="1600"/>
          </a:p>
          <a:p>
            <a:pPr marL="285750" indent="-285750" algn="l">
              <a:buFont typeface="Arial" panose="020B0604020202020204" pitchFamily="34" charset="0"/>
              <a:buChar char="•"/>
            </a:pPr>
            <a:r>
              <a:rPr lang="en-US" altLang="en-US" sz="1600"/>
              <a:t>Used Power Query Editor to clean and transform the raw data through data-type correction, column removal, value replacement, column renaming/reordering, locale-based conversion, and validation.</a:t>
            </a:r>
            <a:endParaRPr lang="en-US" altLang="en-US" sz="1600"/>
          </a:p>
        </p:txBody>
      </p:sp>
      <p:sp>
        <p:nvSpPr>
          <p:cNvPr id="6" name="Rectangle 5"/>
          <p:cNvSpPr/>
          <p:nvPr/>
        </p:nvSpPr>
        <p:spPr>
          <a:xfrm>
            <a:off x="3650615" y="969645"/>
            <a:ext cx="2832100" cy="588835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2800" u="sng"/>
              <a:t>Milestone 2 – </a:t>
            </a:r>
            <a:endParaRPr lang="en-US" altLang="en-US" sz="2800" u="sng"/>
          </a:p>
          <a:p>
            <a:pPr algn="ctr"/>
            <a:r>
              <a:rPr lang="en-US" altLang="en-US" sz="2800" u="sng"/>
              <a:t>Data Modeling</a:t>
            </a:r>
            <a:endParaRPr lang="en-US" altLang="en-US" sz="1600"/>
          </a:p>
          <a:p>
            <a:pPr algn="ctr"/>
            <a:endParaRPr lang="en-US" altLang="en-US" sz="1600"/>
          </a:p>
          <a:p>
            <a:pPr algn="ctr"/>
            <a:endParaRPr lang="en-US" altLang="en-US" sz="1600"/>
          </a:p>
          <a:p>
            <a:pPr marL="285750" indent="-285750" algn="l">
              <a:buFont typeface="Arial" panose="020B0604020202020204" pitchFamily="34" charset="0"/>
              <a:buChar char="•"/>
            </a:pPr>
            <a:r>
              <a:rPr lang="en-US" altLang="en-US"/>
              <a:t>Prepared the cleaned dataset for Power BI analysis by organizing the required fields and analytical attributes.</a:t>
            </a:r>
            <a:endParaRPr lang="en-US" altLang="en-US"/>
          </a:p>
          <a:p>
            <a:pPr marL="285750" indent="-285750" algn="l">
              <a:buFont typeface="Arial" panose="020B0604020202020204" pitchFamily="34" charset="0"/>
              <a:buChar char="•"/>
            </a:pPr>
            <a:endParaRPr lang="en-US" altLang="en-US"/>
          </a:p>
          <a:p>
            <a:pPr marL="285750" indent="-285750" algn="l">
              <a:buFont typeface="Arial" panose="020B0604020202020204" pitchFamily="34" charset="0"/>
              <a:buChar char="•"/>
            </a:pPr>
            <a:r>
              <a:rPr lang="en-US" altLang="en-US"/>
              <a:t>Developed the required calculations, measures, and KPIs for supply-chain performance analysis.</a:t>
            </a:r>
            <a:endParaRPr lang="en-US" altLang="en-US"/>
          </a:p>
        </p:txBody>
      </p:sp>
      <p:sp>
        <p:nvSpPr>
          <p:cNvPr id="7" name="Rectangle 6"/>
          <p:cNvSpPr/>
          <p:nvPr/>
        </p:nvSpPr>
        <p:spPr>
          <a:xfrm>
            <a:off x="6630670" y="969645"/>
            <a:ext cx="2621280" cy="588835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2800" u="sng"/>
              <a:t>Milestone 3 – Development</a:t>
            </a:r>
            <a:endParaRPr lang="en-US" altLang="en-US" sz="2800" u="sng"/>
          </a:p>
          <a:p>
            <a:pPr algn="ctr"/>
            <a:endParaRPr lang="en-US" altLang="en-US" sz="1600"/>
          </a:p>
          <a:p>
            <a:pPr marL="285750" indent="-285750" algn="l">
              <a:buFont typeface="Arial" panose="020B0604020202020204" pitchFamily="34" charset="0"/>
              <a:buChar char="•"/>
            </a:pPr>
            <a:r>
              <a:rPr lang="en-US" altLang="en-US" sz="1600"/>
              <a:t>Developed interactive Power BI dashboards covering sales, delivery, customers, products, geography, profitability, and order performance.</a:t>
            </a:r>
            <a:endParaRPr lang="en-US" altLang="en-US" sz="1600"/>
          </a:p>
          <a:p>
            <a:pPr marL="285750" indent="-285750" algn="l">
              <a:buFont typeface="Arial" panose="020B0604020202020204" pitchFamily="34" charset="0"/>
              <a:buChar char="•"/>
            </a:pPr>
            <a:endParaRPr lang="en-US" altLang="en-US" sz="1600"/>
          </a:p>
          <a:p>
            <a:pPr marL="285750" indent="-285750" algn="l">
              <a:buFont typeface="Arial" panose="020B0604020202020204" pitchFamily="34" charset="0"/>
              <a:buChar char="•"/>
            </a:pPr>
            <a:r>
              <a:rPr lang="en-US" altLang="en-US" sz="1600"/>
              <a:t>Used KPI cards, charts, tables, maps, scatter,treemaps, decomposition trees, and interactive filters to present business insights.</a:t>
            </a:r>
            <a:endParaRPr lang="en-US" altLang="en-US" sz="1600"/>
          </a:p>
        </p:txBody>
      </p:sp>
      <p:sp>
        <p:nvSpPr>
          <p:cNvPr id="9" name="Rectangle 8"/>
          <p:cNvSpPr/>
          <p:nvPr/>
        </p:nvSpPr>
        <p:spPr>
          <a:xfrm>
            <a:off x="9420860" y="970280"/>
            <a:ext cx="2553970" cy="588708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2800" u="sng"/>
              <a:t>Milestone 4 – Review &amp; Optimization</a:t>
            </a:r>
            <a:endParaRPr lang="en-US" altLang="en-US" sz="2800" u="sng"/>
          </a:p>
          <a:p>
            <a:pPr algn="ctr"/>
            <a:endParaRPr lang="en-US" altLang="en-US" sz="1200" u="sng"/>
          </a:p>
          <a:p>
            <a:pPr algn="ctr"/>
            <a:endParaRPr lang="en-US" altLang="en-US" sz="2800" u="sng"/>
          </a:p>
          <a:p>
            <a:pPr marL="342900" indent="-342900" algn="l">
              <a:buFont typeface="Arial" panose="020B0604020202020204" pitchFamily="34" charset="0"/>
              <a:buChar char="•"/>
            </a:pPr>
            <a:r>
              <a:rPr lang="en-US" altLang="en-US" sz="1600"/>
              <a:t>Reviewed the dashboard calculations, visuals, and analytical outputs for consistency.</a:t>
            </a:r>
            <a:endParaRPr lang="en-US" altLang="en-US" sz="1600"/>
          </a:p>
          <a:p>
            <a:pPr marL="342900" indent="-342900" algn="l">
              <a:buFont typeface="Arial" panose="020B0604020202020204" pitchFamily="34" charset="0"/>
              <a:buChar char="•"/>
            </a:pPr>
            <a:endParaRPr lang="en-US" altLang="en-US"/>
          </a:p>
          <a:p>
            <a:pPr marL="342900" indent="-342900" algn="l">
              <a:buFont typeface="Arial" panose="020B0604020202020204" pitchFamily="34" charset="0"/>
              <a:buChar char="•"/>
            </a:pPr>
            <a:r>
              <a:rPr lang="en-US" altLang="en-US" sz="1600"/>
              <a:t>Improved dashboard usability, readability, filtering, and presentation.</a:t>
            </a:r>
            <a:endParaRPr lang="en-US" altLang="en-US" sz="1600"/>
          </a:p>
        </p:txBody>
      </p:sp>
      <p:sp>
        <p:nvSpPr>
          <p:cNvPr id="11" name="Rectangle 10"/>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308610" y="139020"/>
            <a:ext cx="10800000" cy="720000"/>
          </a:xfrm>
        </p:spPr>
        <p:txBody>
          <a:bodyPr/>
          <a:p>
            <a:r>
              <a:rPr>
                <a:solidFill>
                  <a:srgbClr val="19191E"/>
                </a:solidFill>
                <a:sym typeface="+mn-ea"/>
              </a:rPr>
              <a:t>- CHALLENGES &amp; RESOLUTIONS</a:t>
            </a:r>
            <a:endParaRPr lang="en-US" altLang="en-US"/>
          </a:p>
        </p:txBody>
      </p:sp>
      <p:sp>
        <p:nvSpPr>
          <p:cNvPr id="3" name="Content Placeholder 2"/>
          <p:cNvSpPr>
            <a:spLocks noGrp="1"/>
          </p:cNvSpPr>
          <p:nvPr>
            <p:ph idx="1"/>
            <p:custDataLst>
              <p:tags r:id="rId2"/>
            </p:custDataLst>
          </p:nvPr>
        </p:nvSpPr>
        <p:spPr>
          <a:xfrm>
            <a:off x="308610" y="992505"/>
            <a:ext cx="5550535" cy="4873625"/>
          </a:xfrm>
        </p:spPr>
        <p:txBody>
          <a:bodyPr>
            <a:noAutofit/>
          </a:bodyPr>
          <a:p>
            <a:r>
              <a:rPr lang="en-US" altLang="en-US" sz="2800"/>
              <a:t>Challenges</a:t>
            </a:r>
            <a:endParaRPr lang="en-US" altLang="en-US" sz="2400"/>
          </a:p>
          <a:p>
            <a:r>
              <a:rPr lang="en-US" altLang="en-US" sz="1400"/>
              <a:t>The dataset contains a large number of transactional records and multiple supply-chain attributes.</a:t>
            </a:r>
            <a:endParaRPr lang="en-US" altLang="en-US" sz="1400"/>
          </a:p>
          <a:p>
            <a:r>
              <a:rPr lang="en-US" altLang="en-US" sz="1400"/>
              <a:t>Raw data required cleaning and standardization before analysis.</a:t>
            </a:r>
            <a:endParaRPr lang="en-US" altLang="en-US" sz="1400"/>
          </a:p>
          <a:p>
            <a:r>
              <a:rPr lang="en-US" altLang="en-US" sz="1400"/>
              <a:t>Presenting multiple business dimensions in an interactive and understandable dashboard was challenging.</a:t>
            </a:r>
            <a:endParaRPr lang="en-US" altLang="en-US" sz="1400"/>
          </a:p>
          <a:p>
            <a:r>
              <a:rPr lang="en-US" altLang="en-US" sz="2800"/>
              <a:t>Resolutions</a:t>
            </a:r>
            <a:endParaRPr lang="en-US" altLang="en-US" sz="2800"/>
          </a:p>
          <a:p>
            <a:r>
              <a:rPr lang="en-US" altLang="en-US" sz="1400"/>
              <a:t>Used Power Query to efficiently clean, transform, and organize the dataset.</a:t>
            </a:r>
            <a:endParaRPr lang="en-US" altLang="en-US" sz="1400"/>
          </a:p>
          <a:p>
            <a:r>
              <a:rPr lang="en-US" altLang="en-US" sz="1400"/>
              <a:t>Corrected data types, removed unnecessary columns, standardized values, and validated important fields.</a:t>
            </a:r>
            <a:endParaRPr lang="en-US" altLang="en-US" sz="1400"/>
          </a:p>
          <a:p>
            <a:r>
              <a:rPr lang="en-US" altLang="en-US" sz="1400"/>
              <a:t>Used appropriate Power BI KPIs, visualizations, filters, and dashboard layouts to present the analysis clearly.</a:t>
            </a:r>
            <a:endParaRPr lang="en-US" altLang="en-US" sz="1400"/>
          </a:p>
        </p:txBody>
      </p:sp>
      <p:pic>
        <p:nvPicPr>
          <p:cNvPr id="12" name="Picture 11"/>
          <p:cNvPicPr>
            <a:picLocks noChangeAspect="1"/>
          </p:cNvPicPr>
          <p:nvPr/>
        </p:nvPicPr>
        <p:blipFill>
          <a:blip r:embed="rId3"/>
          <a:stretch>
            <a:fillRect/>
          </a:stretch>
        </p:blipFill>
        <p:spPr>
          <a:xfrm>
            <a:off x="6246495" y="1427480"/>
            <a:ext cx="5650865" cy="5007610"/>
          </a:xfrm>
          <a:prstGeom prst="rect">
            <a:avLst/>
          </a:prstGeom>
        </p:spPr>
      </p:pic>
      <p:sp>
        <p:nvSpPr>
          <p:cNvPr id="13" name="Rectangle 12"/>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308610" y="139020"/>
            <a:ext cx="10800000" cy="720000"/>
          </a:xfrm>
        </p:spPr>
        <p:txBody>
          <a:bodyPr/>
          <a:p>
            <a:r>
              <a:rPr lang="en-US" altLang="en-US"/>
              <a:t>- FUTURE ENHANCEMENTS &amp; KEY INSIGHTS</a:t>
            </a:r>
            <a:endParaRPr lang="en-US" altLang="en-US"/>
          </a:p>
        </p:txBody>
      </p:sp>
      <p:sp>
        <p:nvSpPr>
          <p:cNvPr id="3" name="Content Placeholder 2"/>
          <p:cNvSpPr>
            <a:spLocks noGrp="1"/>
          </p:cNvSpPr>
          <p:nvPr>
            <p:ph idx="1"/>
            <p:custDataLst>
              <p:tags r:id="rId2"/>
            </p:custDataLst>
          </p:nvPr>
        </p:nvSpPr>
        <p:spPr>
          <a:xfrm>
            <a:off x="160655" y="1095375"/>
            <a:ext cx="6061710" cy="5553075"/>
          </a:xfrm>
        </p:spPr>
        <p:txBody>
          <a:bodyPr>
            <a:noAutofit/>
          </a:bodyPr>
          <a:p>
            <a:r>
              <a:rPr lang="en-US" altLang="en-US" b="1"/>
              <a:t>Future Enhancements</a:t>
            </a:r>
            <a:endParaRPr lang="en-US" altLang="en-US" b="1"/>
          </a:p>
          <a:p>
            <a:r>
              <a:rPr lang="en-US" altLang="en-US" sz="1400" b="1"/>
              <a:t>Integrate predictive analytics for delivery and supply-chain performance.</a:t>
            </a:r>
            <a:endParaRPr lang="en-US" altLang="en-US" sz="1400" b="1"/>
          </a:p>
          <a:p>
            <a:r>
              <a:rPr lang="en-US" altLang="en-US" sz="1400" b="1"/>
              <a:t>Add forecasting for sales, demand, and profitability.</a:t>
            </a:r>
            <a:endParaRPr lang="en-US" altLang="en-US" sz="1400" b="1"/>
          </a:p>
          <a:p>
            <a:r>
              <a:rPr lang="en-US" altLang="en-US" sz="1400" b="1"/>
              <a:t>Introduce optimization-based recommendations for shipping and operational planning.</a:t>
            </a:r>
            <a:endParaRPr lang="en-US" altLang="en-US" sz="1400" b="1"/>
          </a:p>
          <a:p>
            <a:r>
              <a:rPr lang="en-US" altLang="en-US" sz="1400" b="1"/>
              <a:t>Add more advanced drill-downs and automated decision-support features</a:t>
            </a:r>
            <a:r>
              <a:rPr lang="en-US" altLang="en-US" sz="1200" b="1"/>
              <a:t>.</a:t>
            </a:r>
            <a:endParaRPr lang="en-US" altLang="en-US" sz="900" b="1"/>
          </a:p>
          <a:p>
            <a:r>
              <a:rPr lang="en-US" altLang="en-US" sz="2400" b="1"/>
              <a:t>Key Insights</a:t>
            </a:r>
            <a:endParaRPr lang="en-US" altLang="en-US" sz="2400" b="1"/>
          </a:p>
          <a:p>
            <a:r>
              <a:rPr lang="en-US" altLang="en-US" sz="1400" b="1"/>
              <a:t>Supply-chain performance can be evaluated across sales, orders, customers, products, shipping, and geography.</a:t>
            </a:r>
            <a:endParaRPr lang="en-US" altLang="en-US" sz="1400" b="1"/>
          </a:p>
          <a:p>
            <a:r>
              <a:rPr lang="en-US" altLang="en-US" sz="1400" b="1"/>
              <a:t>Comparing actual and scheduled shipping performance helps identify delivery-related issues.</a:t>
            </a:r>
            <a:endParaRPr lang="en-US" altLang="en-US" sz="1400" b="1"/>
          </a:p>
          <a:p>
            <a:r>
              <a:rPr lang="en-US" altLang="en-US" sz="1400" b="1"/>
              <a:t>Analysis of sales, discounts, and profitability helps identify high-value and less-profitable business areas.</a:t>
            </a:r>
            <a:endParaRPr lang="en-US" altLang="en-US" sz="1400" b="1"/>
          </a:p>
        </p:txBody>
      </p:sp>
      <p:sp>
        <p:nvSpPr>
          <p:cNvPr id="4" name="Rectangle 3"/>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7" name="Picture 6"/>
          <p:cNvPicPr>
            <a:picLocks noChangeAspect="1"/>
          </p:cNvPicPr>
          <p:nvPr/>
        </p:nvPicPr>
        <p:blipFill>
          <a:blip r:embed="rId3"/>
          <a:stretch>
            <a:fillRect/>
          </a:stretch>
        </p:blipFill>
        <p:spPr>
          <a:xfrm>
            <a:off x="6380480" y="1717040"/>
            <a:ext cx="5659755" cy="4125595"/>
          </a:xfrm>
          <a:prstGeom prst="rect">
            <a:avLst/>
          </a:prstGeom>
        </p:spPr>
      </p:pic>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 CONCLUSION</a:t>
            </a:r>
            <a:endParaRPr lang="en-US" altLang="en-US"/>
          </a:p>
        </p:txBody>
      </p:sp>
      <p:sp>
        <p:nvSpPr>
          <p:cNvPr id="3" name="Content Placeholder 2"/>
          <p:cNvSpPr>
            <a:spLocks noGrp="1"/>
          </p:cNvSpPr>
          <p:nvPr>
            <p:ph idx="1"/>
            <p:custDataLst>
              <p:tags r:id="rId2"/>
            </p:custDataLst>
          </p:nvPr>
        </p:nvSpPr>
        <p:spPr/>
        <p:txBody>
          <a:bodyPr/>
          <a:p>
            <a:r>
              <a:rPr lang="en-US"/>
              <a:t>单击此处编辑母版文本样式</a:t>
            </a:r>
            <a:endParaRPr lang="en-US"/>
          </a:p>
          <a:p>
            <a:r>
              <a:rPr lang="en-US"/>
              <a:t>二级</a:t>
            </a:r>
            <a:endParaRPr lang="en-US"/>
          </a:p>
          <a:p>
            <a:r>
              <a:rPr lang="en-US"/>
              <a:t>三级</a:t>
            </a:r>
            <a:endParaRPr lang="en-US"/>
          </a:p>
          <a:p>
            <a:r>
              <a:rPr lang="en-US"/>
              <a:t>四级</a:t>
            </a:r>
            <a:endParaRPr lang="en-US"/>
          </a:p>
          <a:p>
            <a:r>
              <a:rPr lang="en-US"/>
              <a:t>五级</a:t>
            </a:r>
            <a:endParaRPr lang="en-US"/>
          </a:p>
        </p:txBody>
      </p:sp>
      <p:sp>
        <p:nvSpPr>
          <p:cNvPr id="4" name="Rounded Rectangle 3"/>
          <p:cNvSpPr/>
          <p:nvPr/>
        </p:nvSpPr>
        <p:spPr>
          <a:xfrm>
            <a:off x="277495" y="1260475"/>
            <a:ext cx="4902835" cy="504571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marL="285750" indent="-285750" algn="l">
              <a:buFont typeface="Arial" panose="020B0604020202020204" pitchFamily="34" charset="0"/>
              <a:buChar char="•"/>
            </a:pPr>
            <a:r>
              <a:rPr lang="en-US" altLang="en-US" sz="1600"/>
              <a:t>Supply Chain Visibility and Optimization successfully transformed the DataCo Supply Chain Dataset into an interactive Power BI Business Intelligence solution, providing visibility into sales, orders, customers, products, shipping, delivery, geography, costs, discounts, and profitability.</a:t>
            </a:r>
            <a:endParaRPr lang="en-US" altLang="en-US" sz="1600"/>
          </a:p>
          <a:p>
            <a:pPr marL="285750" indent="-285750" algn="l">
              <a:buFont typeface="Arial" panose="020B0604020202020204" pitchFamily="34" charset="0"/>
              <a:buChar char="•"/>
            </a:pPr>
            <a:endParaRPr lang="en-US" altLang="en-US" sz="1600"/>
          </a:p>
          <a:p>
            <a:pPr marL="285750" indent="-285750" algn="l">
              <a:buFont typeface="Arial" panose="020B0604020202020204" pitchFamily="34" charset="0"/>
              <a:buChar char="•"/>
            </a:pPr>
            <a:r>
              <a:rPr lang="en-US" altLang="en-US" sz="1600"/>
              <a:t>The project progressed through data acquisition and preprocessing, data modeling, dashboard development, and analysis/optimization, resulting in meaningful business insights to support supply-chain monitoring and decision-making.</a:t>
            </a:r>
            <a:endParaRPr lang="en-US" altLang="en-US" sz="1600"/>
          </a:p>
        </p:txBody>
      </p:sp>
      <p:sp>
        <p:nvSpPr>
          <p:cNvPr id="16" name="Rounded Rectangle 15"/>
          <p:cNvSpPr/>
          <p:nvPr/>
        </p:nvSpPr>
        <p:spPr>
          <a:xfrm>
            <a:off x="4990465" y="585470"/>
            <a:ext cx="3428365" cy="4505960"/>
          </a:xfrm>
          <a:prstGeom prst="roundRect">
            <a:avLst/>
          </a:prstGeom>
          <a:solidFill>
            <a:srgbClr val="FFFFFF"/>
          </a:solidFill>
          <a:ln w="19050">
            <a:solidFill>
              <a:srgbClr val="E2DAF4"/>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altLang="en-US" sz="2400" b="1" dirty="0">
                <a:solidFill>
                  <a:schemeClr val="tx1"/>
                </a:solidFill>
              </a:rPr>
              <a:t>Technical Skills</a:t>
            </a:r>
            <a:endParaRPr lang="en-US" altLang="en-US" sz="2400" b="1" dirty="0">
              <a:solidFill>
                <a:schemeClr val="tx1"/>
              </a:solidFill>
            </a:endParaRPr>
          </a:p>
          <a:p>
            <a:pPr algn="l"/>
            <a:endParaRPr lang="en-US" altLang="en-US" sz="2400" b="1" dirty="0">
              <a:solidFill>
                <a:schemeClr val="tx1"/>
              </a:solidFill>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Microsoft Power BI</a:t>
            </a:r>
            <a:endParaRPr lang="en-US" altLang="en-US" b="1" dirty="0">
              <a:solidFill>
                <a:schemeClr val="tx1"/>
              </a:solidFill>
              <a:latin typeface="Bahnschrift Light" panose="020B0502040204020203" charset="0"/>
              <a:cs typeface="Bahnschrift Light" panose="020B0502040204020203" charset="0"/>
            </a:endParaRPr>
          </a:p>
          <a:p>
            <a:pPr indent="0" algn="l">
              <a:buFont typeface="Arial" panose="020B0604020202020204" pitchFamily="34" charset="0"/>
              <a:buNone/>
            </a:pP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Power Query Editor</a:t>
            </a: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DAX &amp; Data Modeling</a:t>
            </a: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Data Preprocessing</a:t>
            </a: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Data Visualization</a:t>
            </a: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Business Intelligence</a:t>
            </a: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GitHub / GitLab</a:t>
            </a:r>
            <a:endParaRPr lang="en-US" altLang="en-US" b="1" dirty="0">
              <a:solidFill>
                <a:schemeClr val="tx1"/>
              </a:solidFill>
              <a:latin typeface="Bahnschrift Light" panose="020B0502040204020203" charset="0"/>
              <a:cs typeface="Bahnschrift Light" panose="020B0502040204020203" charset="0"/>
            </a:endParaRPr>
          </a:p>
          <a:p>
            <a:pPr algn="l"/>
            <a:endParaRPr lang="en-US" altLang="en-US" b="1" dirty="0">
              <a:solidFill>
                <a:schemeClr val="tx1"/>
              </a:solidFill>
              <a:latin typeface="Bahnschrift Light" panose="020B0502040204020203" charset="0"/>
              <a:cs typeface="Bahnschrift Light" panose="020B0502040204020203" charset="0"/>
            </a:endParaRPr>
          </a:p>
        </p:txBody>
      </p:sp>
      <p:sp>
        <p:nvSpPr>
          <p:cNvPr id="27" name="Rounded Rectangle 26"/>
          <p:cNvSpPr/>
          <p:nvPr/>
        </p:nvSpPr>
        <p:spPr>
          <a:xfrm>
            <a:off x="8268335" y="2096770"/>
            <a:ext cx="3227705" cy="4429760"/>
          </a:xfrm>
          <a:prstGeom prst="roundRect">
            <a:avLst/>
          </a:prstGeom>
        </p:spPr>
        <p:style>
          <a:lnRef idx="0">
            <a:srgbClr val="FFFFFF"/>
          </a:lnRef>
          <a:fillRef idx="1">
            <a:schemeClr val="accent1"/>
          </a:fillRef>
          <a:effectRef idx="0">
            <a:srgbClr val="FFFFFF"/>
          </a:effectRef>
          <a:fontRef idx="minor">
            <a:schemeClr val="lt1"/>
          </a:fontRef>
        </p:style>
        <p:txBody>
          <a:bodyPr rtlCol="0" anchor="ctr"/>
          <a:lstStyle/>
          <a:p>
            <a:pPr algn="ctr"/>
            <a:r>
              <a:rPr lang="en-US" altLang="en-US" sz="2400" b="1">
                <a:solidFill>
                  <a:schemeClr val="bg1"/>
                </a:solidFill>
              </a:rPr>
              <a:t>Soft Skills</a:t>
            </a:r>
            <a:endParaRPr lang="en-US" altLang="en-US" sz="2400" b="1">
              <a:solidFill>
                <a:schemeClr val="bg1"/>
              </a:solidFill>
            </a:endParaRPr>
          </a:p>
          <a:p>
            <a:pPr algn="l"/>
            <a:endParaRPr lang="en-US" altLang="en-US" sz="2400" b="1">
              <a:solidFill>
                <a:schemeClr val="bg1"/>
              </a:solidFill>
            </a:endParaRPr>
          </a:p>
          <a:p>
            <a:pPr marL="342900" indent="-342900" algn="l">
              <a:buFont typeface="Arial" panose="020B0604020202020204" pitchFamily="34" charset="0"/>
              <a:buChar char="•"/>
            </a:pPr>
            <a:r>
              <a:rPr lang="en-US" altLang="en-US" sz="2000" b="1">
                <a:solidFill>
                  <a:schemeClr val="bg1"/>
                </a:solidFill>
              </a:rPr>
              <a:t>Problem Solving</a:t>
            </a:r>
            <a:endParaRPr lang="en-US" altLang="en-US" sz="2000" b="1">
              <a:solidFill>
                <a:schemeClr val="bg1"/>
              </a:solidFill>
            </a:endParaRPr>
          </a:p>
          <a:p>
            <a:pPr marL="342900" indent="-342900" algn="l">
              <a:buFont typeface="Arial" panose="020B0604020202020204" pitchFamily="34" charset="0"/>
              <a:buChar char="•"/>
            </a:pPr>
            <a:endParaRPr lang="en-US" altLang="en-US" sz="2000" b="1">
              <a:solidFill>
                <a:schemeClr val="bg1"/>
              </a:solidFill>
            </a:endParaRPr>
          </a:p>
          <a:p>
            <a:pPr marL="342900" indent="-342900" algn="l">
              <a:buFont typeface="Arial" panose="020B0604020202020204" pitchFamily="34" charset="0"/>
              <a:buChar char="•"/>
            </a:pPr>
            <a:r>
              <a:rPr lang="en-US" altLang="en-US" sz="2000" b="1">
                <a:solidFill>
                  <a:schemeClr val="bg1"/>
                </a:solidFill>
              </a:rPr>
              <a:t>Analytical </a:t>
            </a:r>
            <a:r>
              <a:rPr lang="en-US" altLang="en-US" b="1">
                <a:solidFill>
                  <a:schemeClr val="bg1"/>
                </a:solidFill>
              </a:rPr>
              <a:t>Thinking</a:t>
            </a:r>
            <a:endParaRPr lang="en-US" altLang="en-US" sz="2000" b="1">
              <a:solidFill>
                <a:schemeClr val="bg1"/>
              </a:solidFill>
            </a:endParaRPr>
          </a:p>
          <a:p>
            <a:pPr marL="342900" indent="-342900" algn="l">
              <a:buFont typeface="Arial" panose="020B0604020202020204" pitchFamily="34" charset="0"/>
              <a:buChar char="•"/>
            </a:pPr>
            <a:endParaRPr lang="en-US" altLang="en-US" sz="2000" b="1">
              <a:solidFill>
                <a:schemeClr val="bg1"/>
              </a:solidFill>
            </a:endParaRPr>
          </a:p>
          <a:p>
            <a:pPr marL="342900" indent="-342900" algn="l">
              <a:buFont typeface="Arial" panose="020B0604020202020204" pitchFamily="34" charset="0"/>
              <a:buChar char="•"/>
            </a:pPr>
            <a:r>
              <a:rPr lang="en-US" altLang="en-US" sz="2000" b="1">
                <a:solidFill>
                  <a:schemeClr val="bg1"/>
                </a:solidFill>
              </a:rPr>
              <a:t>Communication</a:t>
            </a:r>
            <a:endParaRPr lang="en-US" altLang="en-US" sz="2000" b="1">
              <a:solidFill>
                <a:schemeClr val="bg1"/>
              </a:solidFill>
            </a:endParaRPr>
          </a:p>
          <a:p>
            <a:pPr marL="342900" indent="-342900" algn="l">
              <a:buFont typeface="Arial" panose="020B0604020202020204" pitchFamily="34" charset="0"/>
              <a:buChar char="•"/>
            </a:pPr>
            <a:endParaRPr lang="en-US" altLang="en-US" sz="2000" b="1">
              <a:solidFill>
                <a:schemeClr val="bg1"/>
              </a:solidFill>
            </a:endParaRPr>
          </a:p>
          <a:p>
            <a:pPr marL="342900" indent="-342900" algn="l">
              <a:buFont typeface="Arial" panose="020B0604020202020204" pitchFamily="34" charset="0"/>
              <a:buChar char="•"/>
            </a:pPr>
            <a:r>
              <a:rPr lang="en-US" altLang="en-US" sz="2000" b="1">
                <a:solidFill>
                  <a:schemeClr val="bg1"/>
                </a:solidFill>
              </a:rPr>
              <a:t>Teamwork</a:t>
            </a:r>
            <a:endParaRPr lang="en-US" altLang="en-US" sz="2000" b="1">
              <a:solidFill>
                <a:schemeClr val="bg1"/>
              </a:solidFill>
            </a:endParaRPr>
          </a:p>
          <a:p>
            <a:pPr marL="342900" indent="-342900" algn="l">
              <a:buFont typeface="Arial" panose="020B0604020202020204" pitchFamily="34" charset="0"/>
              <a:buChar char="•"/>
            </a:pPr>
            <a:endParaRPr lang="en-US" altLang="en-US" sz="2000" b="1">
              <a:solidFill>
                <a:schemeClr val="bg1"/>
              </a:solidFill>
            </a:endParaRPr>
          </a:p>
          <a:p>
            <a:pPr marL="342900" indent="-342900" algn="l">
              <a:buFont typeface="Arial" panose="020B0604020202020204" pitchFamily="34" charset="0"/>
              <a:buChar char="•"/>
            </a:pPr>
            <a:r>
              <a:rPr lang="en-US" altLang="en-US" sz="2000" b="1">
                <a:solidFill>
                  <a:schemeClr val="bg1"/>
                </a:solidFill>
              </a:rPr>
              <a:t>Presentation</a:t>
            </a:r>
            <a:endParaRPr lang="en-US" altLang="en-US" sz="2000" b="1">
              <a:solidFill>
                <a:schemeClr val="bg1"/>
              </a:solidFill>
            </a:endParaRPr>
          </a:p>
          <a:p>
            <a:pPr marL="342900" indent="-342900" algn="l">
              <a:buFont typeface="Arial" panose="020B0604020202020204" pitchFamily="34" charset="0"/>
              <a:buChar char="•"/>
            </a:pPr>
            <a:endParaRPr lang="en-US" altLang="en-US" sz="2000" b="1">
              <a:solidFill>
                <a:schemeClr val="bg1"/>
              </a:solidFill>
            </a:endParaRPr>
          </a:p>
          <a:p>
            <a:pPr marL="342900" indent="-342900" algn="l">
              <a:buFont typeface="Arial" panose="020B0604020202020204" pitchFamily="34" charset="0"/>
              <a:buChar char="•"/>
            </a:pPr>
            <a:r>
              <a:rPr lang="en-US" altLang="en-US" sz="2000" b="1">
                <a:solidFill>
                  <a:schemeClr val="bg1"/>
                </a:solidFill>
              </a:rPr>
              <a:t>Time Management</a:t>
            </a:r>
            <a:endParaRPr lang="en-US" altLang="en-US" sz="2000" b="1">
              <a:solidFill>
                <a:schemeClr val="bg1"/>
              </a:solidFill>
            </a:endParaRPr>
          </a:p>
        </p:txBody>
      </p:sp>
      <p:sp>
        <p:nvSpPr>
          <p:cNvPr id="5" name="Rectangle 4"/>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a:solidFill>
                  <a:srgbClr val="19191E"/>
                </a:solidFill>
                <a:sym typeface="+mn-ea"/>
              </a:rPr>
              <a:t>ACKNOWLEDGEMENTS &amp; REFERENCES</a:t>
            </a:r>
            <a:endParaRPr lang="en-US" altLang="en-US"/>
          </a:p>
        </p:txBody>
      </p:sp>
      <p:sp>
        <p:nvSpPr>
          <p:cNvPr id="3" name="Content Placeholder 2"/>
          <p:cNvSpPr>
            <a:spLocks noGrp="1"/>
          </p:cNvSpPr>
          <p:nvPr>
            <p:ph idx="1"/>
            <p:custDataLst>
              <p:tags r:id="rId2"/>
            </p:custDataLst>
          </p:nvPr>
        </p:nvSpPr>
        <p:spPr/>
        <p:txBody>
          <a:bodyPr/>
          <a:p>
            <a:r>
              <a:rPr lang="en-US"/>
              <a:t>单击此处编辑母版文本样式</a:t>
            </a:r>
            <a:endParaRPr lang="en-US"/>
          </a:p>
          <a:p>
            <a:r>
              <a:rPr lang="en-US"/>
              <a:t>二级</a:t>
            </a:r>
            <a:endParaRPr lang="en-US"/>
          </a:p>
          <a:p>
            <a:r>
              <a:rPr lang="en-US"/>
              <a:t>三级</a:t>
            </a:r>
            <a:endParaRPr lang="en-US"/>
          </a:p>
          <a:p>
            <a:r>
              <a:rPr lang="en-US"/>
              <a:t>四级</a:t>
            </a:r>
            <a:endParaRPr lang="en-US"/>
          </a:p>
          <a:p>
            <a:r>
              <a:rPr lang="en-US"/>
              <a:t>五级</a:t>
            </a:r>
            <a:endParaRPr lang="en-US"/>
          </a:p>
        </p:txBody>
      </p:sp>
      <p:sp>
        <p:nvSpPr>
          <p:cNvPr id="4" name="Rounded Rectangle 3"/>
          <p:cNvSpPr/>
          <p:nvPr/>
        </p:nvSpPr>
        <p:spPr>
          <a:xfrm>
            <a:off x="277495" y="1260475"/>
            <a:ext cx="5596255" cy="522859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marL="285750" indent="-285750" algn="l">
              <a:buClrTx/>
              <a:buSzTx/>
              <a:buFont typeface="Arial" panose="020B0604020202020204" pitchFamily="34" charset="0"/>
              <a:buChar char="•"/>
            </a:pPr>
            <a:r>
              <a:rPr lang="en-US" altLang="en-US" sz="3200" b="1">
                <a:solidFill>
                  <a:schemeClr val="tx1"/>
                </a:solidFill>
                <a:sym typeface="+mn-ea"/>
              </a:rPr>
              <a:t>Acknowledgements</a:t>
            </a:r>
            <a:endParaRPr lang="en-US" altLang="en-US" sz="3200" b="1">
              <a:solidFill>
                <a:schemeClr val="tx1"/>
              </a:solidFill>
              <a:sym typeface="+mn-ea"/>
            </a:endParaRPr>
          </a:p>
          <a:p>
            <a:pPr marL="285750" indent="-285750" algn="l">
              <a:buClrTx/>
              <a:buSzTx/>
              <a:buFont typeface="Arial" panose="020B0604020202020204" pitchFamily="34" charset="0"/>
              <a:buChar char="•"/>
            </a:pPr>
            <a:endParaRPr lang="en-US" altLang="en-US" sz="1600">
              <a:sym typeface="+mn-ea"/>
            </a:endParaRPr>
          </a:p>
          <a:p>
            <a:pPr marL="285750" indent="-285750" algn="l">
              <a:buClrTx/>
              <a:buSzTx/>
              <a:buFont typeface="Arial" panose="020B0604020202020204" pitchFamily="34" charset="0"/>
              <a:buChar char="•"/>
            </a:pPr>
            <a:r>
              <a:rPr lang="en-US" altLang="en-US" sz="1600">
                <a:sym typeface="+mn-ea"/>
              </a:rPr>
              <a:t>• Infosys Springboard – Virtual Internship 7.0</a:t>
            </a:r>
            <a:endParaRPr lang="en-US" altLang="en-US" sz="1600">
              <a:sym typeface="+mn-ea"/>
            </a:endParaRPr>
          </a:p>
          <a:p>
            <a:pPr marL="285750" indent="-285750" algn="l">
              <a:buClrTx/>
              <a:buSzTx/>
              <a:buFont typeface="Arial" panose="020B0604020202020204" pitchFamily="34" charset="0"/>
              <a:buChar char="•"/>
            </a:pPr>
            <a:endParaRPr lang="en-US" altLang="en-US" sz="1600"/>
          </a:p>
          <a:p>
            <a:pPr marL="285750" indent="-285750" algn="l">
              <a:buClrTx/>
              <a:buSzTx/>
              <a:buFont typeface="Arial" panose="020B0604020202020204" pitchFamily="34" charset="0"/>
              <a:buChar char="•"/>
            </a:pPr>
            <a:r>
              <a:rPr lang="en-US" altLang="en-US" sz="1600">
                <a:sym typeface="+mn-ea"/>
              </a:rPr>
              <a:t>• Mentor – Ms. Nityasree</a:t>
            </a:r>
            <a:endParaRPr lang="en-US" altLang="en-US" sz="1600"/>
          </a:p>
          <a:p>
            <a:pPr marL="285750" indent="-285750" algn="l">
              <a:buClrTx/>
              <a:buSzTx/>
              <a:buFont typeface="Arial" panose="020B0604020202020204" pitchFamily="34" charset="0"/>
              <a:buChar char="•"/>
            </a:pPr>
            <a:r>
              <a:rPr lang="en-US" altLang="en-US" sz="1600">
                <a:sym typeface="+mn-ea"/>
              </a:rPr>
              <a:t>• Team D – Group 1</a:t>
            </a:r>
            <a:endParaRPr lang="en-US" altLang="en-US" sz="1600">
              <a:sym typeface="+mn-ea"/>
            </a:endParaRPr>
          </a:p>
          <a:p>
            <a:pPr marL="285750" indent="-285750" algn="l">
              <a:buClrTx/>
              <a:buSzTx/>
              <a:buFont typeface="Arial" panose="020B0604020202020204" pitchFamily="34" charset="0"/>
              <a:buChar char="•"/>
            </a:pPr>
            <a:endParaRPr lang="en-US" altLang="en-US" sz="1600"/>
          </a:p>
          <a:p>
            <a:pPr marL="285750" indent="-285750" algn="l">
              <a:buClrTx/>
              <a:buSzTx/>
              <a:buFont typeface="Arial" panose="020B0604020202020204" pitchFamily="34" charset="0"/>
              <a:buChar char="•"/>
            </a:pPr>
            <a:r>
              <a:rPr lang="en-US" altLang="en-US" sz="1600">
                <a:sym typeface="+mn-ea"/>
              </a:rPr>
              <a:t>• Uppala Bhavya Sri</a:t>
            </a:r>
            <a:endParaRPr lang="en-US" altLang="en-US" sz="1600"/>
          </a:p>
          <a:p>
            <a:pPr marL="285750" indent="-285750" algn="l">
              <a:buClrTx/>
              <a:buSzTx/>
              <a:buFont typeface="Arial" panose="020B0604020202020204" pitchFamily="34" charset="0"/>
              <a:buChar char="•"/>
            </a:pPr>
            <a:r>
              <a:rPr lang="en-US" altLang="en-US" sz="1600">
                <a:sym typeface="+mn-ea"/>
              </a:rPr>
              <a:t>• V. Charita Sree</a:t>
            </a:r>
            <a:endParaRPr lang="en-US" altLang="en-US" sz="1600"/>
          </a:p>
          <a:p>
            <a:pPr marL="285750" indent="-285750" algn="l">
              <a:buClrTx/>
              <a:buSzTx/>
              <a:buFont typeface="Arial" panose="020B0604020202020204" pitchFamily="34" charset="0"/>
              <a:buChar char="•"/>
            </a:pPr>
            <a:r>
              <a:rPr lang="en-US" altLang="en-US" sz="1600">
                <a:sym typeface="+mn-ea"/>
              </a:rPr>
              <a:t>• Velpuri Sai Rohitha</a:t>
            </a:r>
            <a:endParaRPr lang="en-US" altLang="en-US" sz="1600"/>
          </a:p>
          <a:p>
            <a:pPr marL="285750" indent="-285750" algn="l">
              <a:buClrTx/>
              <a:buSzTx/>
              <a:buFont typeface="Arial" panose="020B0604020202020204" pitchFamily="34" charset="0"/>
              <a:buChar char="•"/>
            </a:pPr>
            <a:r>
              <a:rPr lang="en-US" altLang="en-US" sz="1600">
                <a:sym typeface="+mn-ea"/>
              </a:rPr>
              <a:t>• Venkata Puneeth Kothapalli</a:t>
            </a:r>
            <a:endParaRPr lang="en-US" altLang="en-US" sz="1600"/>
          </a:p>
          <a:p>
            <a:pPr marL="285750" indent="-285750" algn="l">
              <a:buClrTx/>
              <a:buSzTx/>
              <a:buFont typeface="Arial" panose="020B0604020202020204" pitchFamily="34" charset="0"/>
              <a:buChar char="•"/>
            </a:pPr>
            <a:r>
              <a:rPr lang="en-US" altLang="en-US" sz="1600">
                <a:sym typeface="+mn-ea"/>
              </a:rPr>
              <a:t>• Yuvasree P</a:t>
            </a:r>
            <a:endParaRPr lang="en-US" altLang="en-US" sz="1600">
              <a:sym typeface="+mn-ea"/>
            </a:endParaRPr>
          </a:p>
        </p:txBody>
      </p:sp>
      <p:sp>
        <p:nvSpPr>
          <p:cNvPr id="27" name="Rounded Rectangle 26"/>
          <p:cNvSpPr/>
          <p:nvPr/>
        </p:nvSpPr>
        <p:spPr>
          <a:xfrm>
            <a:off x="6096000" y="1301750"/>
            <a:ext cx="5400040" cy="5238115"/>
          </a:xfrm>
          <a:prstGeom prst="roundRect">
            <a:avLst/>
          </a:prstGeom>
        </p:spPr>
        <p:style>
          <a:lnRef idx="0">
            <a:srgbClr val="FFFFFF"/>
          </a:lnRef>
          <a:fillRef idx="1">
            <a:schemeClr val="accent1"/>
          </a:fillRef>
          <a:effectRef idx="0">
            <a:srgbClr val="FFFFFF"/>
          </a:effectRef>
          <a:fontRef idx="minor">
            <a:schemeClr val="lt1"/>
          </a:fontRef>
        </p:style>
        <p:txBody>
          <a:bodyPr rtlCol="0" anchor="ctr"/>
          <a:lstStyle/>
          <a:p>
            <a:pPr marL="285750" indent="-285750" algn="l">
              <a:buClrTx/>
              <a:buSzTx/>
              <a:buFont typeface="Arial" panose="020B0604020202020204" pitchFamily="34" charset="0"/>
              <a:buChar char="•"/>
            </a:pPr>
            <a:r>
              <a:rPr lang="en-US" altLang="en-US" sz="3600" b="1">
                <a:solidFill>
                  <a:schemeClr val="tx1"/>
                </a:solidFill>
                <a:sym typeface="+mn-ea"/>
              </a:rPr>
              <a:t>References</a:t>
            </a:r>
            <a:endParaRPr lang="en-US" altLang="en-US" sz="3600" b="1">
              <a:solidFill>
                <a:schemeClr val="tx1"/>
              </a:solidFill>
              <a:sym typeface="+mn-ea"/>
            </a:endParaRPr>
          </a:p>
          <a:p>
            <a:pPr marL="285750" indent="-285750" algn="l">
              <a:buClrTx/>
              <a:buSzTx/>
              <a:buFont typeface="Arial" panose="020B0604020202020204" pitchFamily="34" charset="0"/>
              <a:buChar char="•"/>
            </a:pPr>
            <a:endParaRPr lang="en-US" altLang="en-US" sz="2000" b="1">
              <a:solidFill>
                <a:schemeClr val="bg1"/>
              </a:solidFill>
              <a:sym typeface="+mn-ea"/>
            </a:endParaRPr>
          </a:p>
          <a:p>
            <a:pPr marL="285750" indent="-285750" algn="l">
              <a:buClrTx/>
              <a:buSzTx/>
              <a:buFont typeface="Arial" panose="020B0604020202020204" pitchFamily="34" charset="0"/>
              <a:buChar char="•"/>
            </a:pPr>
            <a:r>
              <a:rPr lang="en-US" altLang="en-US" sz="2000" b="1">
                <a:solidFill>
                  <a:schemeClr val="bg1"/>
                </a:solidFill>
                <a:sym typeface="+mn-ea"/>
              </a:rPr>
              <a:t>• DataCoSupplyChainDataset</a:t>
            </a:r>
            <a:endParaRPr lang="en-US" altLang="en-US" sz="2000" b="1">
              <a:solidFill>
                <a:schemeClr val="bg1"/>
              </a:solidFill>
              <a:sym typeface="+mn-ea"/>
            </a:endParaRPr>
          </a:p>
          <a:p>
            <a:pPr marL="285750" indent="-285750" algn="l">
              <a:buClrTx/>
              <a:buSzTx/>
              <a:buFont typeface="Arial" panose="020B0604020202020204" pitchFamily="34" charset="0"/>
              <a:buChar char="•"/>
            </a:pPr>
            <a:r>
              <a:rPr lang="en-US" altLang="en-US" sz="2000" b="1">
                <a:solidFill>
                  <a:schemeClr val="bg1"/>
                </a:solidFill>
                <a:sym typeface="+mn-ea"/>
              </a:rPr>
              <a:t>• Microsoft Power BI Documentation</a:t>
            </a:r>
            <a:endParaRPr lang="en-US" altLang="en-US" sz="2000" b="1">
              <a:solidFill>
                <a:schemeClr val="bg1"/>
              </a:solidFill>
              <a:sym typeface="+mn-ea"/>
            </a:endParaRPr>
          </a:p>
          <a:p>
            <a:pPr marL="285750" indent="-285750" algn="l">
              <a:buClrTx/>
              <a:buSzTx/>
              <a:buFont typeface="Arial" panose="020B0604020202020204" pitchFamily="34" charset="0"/>
              <a:buChar char="•"/>
            </a:pPr>
            <a:r>
              <a:rPr lang="en-US" altLang="en-US" sz="2000" b="1">
                <a:solidFill>
                  <a:schemeClr val="bg1"/>
                </a:solidFill>
                <a:sym typeface="+mn-ea"/>
              </a:rPr>
              <a:t>• Power BI Community Resources</a:t>
            </a:r>
            <a:endParaRPr lang="en-US" altLang="en-US" sz="2000" b="1">
              <a:solidFill>
                <a:schemeClr val="bg1"/>
              </a:solidFill>
              <a:sym typeface="+mn-ea"/>
            </a:endParaRPr>
          </a:p>
          <a:p>
            <a:pPr marL="285750" indent="-285750" algn="l">
              <a:buClrTx/>
              <a:buSzTx/>
              <a:buFont typeface="Arial" panose="020B0604020202020204" pitchFamily="34" charset="0"/>
              <a:buChar char="•"/>
            </a:pPr>
            <a:r>
              <a:rPr lang="en-US" altLang="en-US" sz="2000" b="1">
                <a:solidFill>
                  <a:schemeClr val="bg1"/>
                </a:solidFill>
                <a:sym typeface="+mn-ea"/>
              </a:rPr>
              <a:t>• Kaggle Dataset Resources</a:t>
            </a:r>
            <a:endParaRPr lang="en-US" altLang="en-US" sz="2000" b="1">
              <a:solidFill>
                <a:schemeClr val="bg1"/>
              </a:solidFill>
              <a:sym typeface="+mn-ea"/>
            </a:endParaRPr>
          </a:p>
          <a:p>
            <a:pPr marL="285750" indent="-285750" algn="l">
              <a:buClrTx/>
              <a:buSzTx/>
              <a:buFont typeface="Arial" panose="020B0604020202020204" pitchFamily="34" charset="0"/>
              <a:buChar char="•"/>
            </a:pPr>
            <a:r>
              <a:rPr lang="en-US" altLang="en-US" sz="2000" b="1">
                <a:solidFill>
                  <a:schemeClr val="bg1"/>
                </a:solidFill>
                <a:sym typeface="+mn-ea"/>
              </a:rPr>
              <a:t>• Infosys Springboard Learning Materials</a:t>
            </a:r>
            <a:endParaRPr lang="en-US" altLang="en-US" sz="2000" b="1">
              <a:solidFill>
                <a:schemeClr val="bg1"/>
              </a:solidFill>
              <a:sym typeface="+mn-ea"/>
            </a:endParaRPr>
          </a:p>
          <a:p>
            <a:pPr marL="285750" indent="-285750" algn="l">
              <a:buClrTx/>
              <a:buSzTx/>
              <a:buFont typeface="Arial" panose="020B0604020202020204" pitchFamily="34" charset="0"/>
              <a:buChar char="•"/>
            </a:pPr>
            <a:r>
              <a:rPr lang="en-US" altLang="en-US" sz="2000" b="1">
                <a:solidFill>
                  <a:schemeClr val="bg1"/>
                </a:solidFill>
                <a:sym typeface="+mn-ea"/>
              </a:rPr>
              <a:t>• Microsoft Power Query &amp; DAX resources</a:t>
            </a:r>
            <a:endParaRPr lang="en-US" altLang="en-US" sz="2000" b="1">
              <a:solidFill>
                <a:schemeClr val="bg1"/>
              </a:solidFill>
              <a:sym typeface="+mn-ea"/>
            </a:endParaRPr>
          </a:p>
        </p:txBody>
      </p:sp>
      <p:sp>
        <p:nvSpPr>
          <p:cNvPr id="5" name="Rectangle 4"/>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5"/>
          <p:cNvSpPr>
            <a:spLocks noGrp="1"/>
          </p:cNvSpPr>
          <p:nvPr>
            <p:ph type="title" idx="1"/>
            <p:custDataLst>
              <p:tags r:id="rId1"/>
            </p:custDataLst>
          </p:nvPr>
        </p:nvSpPr>
        <p:spPr>
          <a:xfrm>
            <a:off x="5059680" y="2042795"/>
            <a:ext cx="6155055" cy="2093595"/>
          </a:xfrm>
        </p:spPr>
        <p:txBody>
          <a:bodyPr/>
          <a:lstStyle/>
          <a:p>
            <a:r>
              <a:rPr lang="en-US"/>
              <a:t>THANK YOU</a:t>
            </a:r>
            <a:endParaRPr lang="en-US"/>
          </a:p>
        </p:txBody>
      </p:sp>
      <p:sp>
        <p:nvSpPr>
          <p:cNvPr id="8" name="Rectangle 7"/>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SUBTYPE" val="b"/>
  <p:tag name="KSO_WM_UNIT_PRESET_TEXT" val="汇报人：稻壳儿"/>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f*1"/>
  <p:tag name="KSO_WM_UNIT_LAYERLEVEL" val="1"/>
  <p:tag name="KSO_WM_TAG_VERSION" val="3.0"/>
  <p:tag name="KSO_WM_BEAUTIFY_FLAG" val="#wm#"/>
</p:tagLst>
</file>

<file path=ppt/tags/tag5.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CONTENT_GROUP_TYPE" val="contentchip"/>
  <p:tag name="KSO_WM_UNIT_TYPE" val="b"/>
  <p:tag name="KSO_WM_UNIT_INDEX" val="1"/>
  <p:tag name="KSO_WM_UNIT_ID" val="_1*b*1"/>
  <p:tag name="KSO_WM_UNIT_LAYERLEVEL" val="1"/>
  <p:tag name="KSO_WM_TAG_VERSION" val="3.0"/>
  <p:tag name="KSO_WM_BEAUTIFY_FLAG" val="#wm#"/>
</p:tagLst>
</file>

<file path=ppt/tags/tag6.xml><?xml version="1.0" encoding="utf-8"?>
<p:tagLst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a*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3*i*5"/>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3*i*3"/>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3*i*4"/>
  <p:tag name="KSO_WM_UNIT_LAYERLEVEL" val="1"/>
  <p:tag name="KSO_WM_TAG_VERSION" val="3.0"/>
  <p:tag name="KSO_WM_BEAUTIFY_FLAG" val="#wm#"/>
</p:tagLst>
</file>

<file path=ppt/tags/tag20.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28.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4*a*1"/>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3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99"/>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3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99"/>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42.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4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44.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4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61.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65.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SUBTYPE" val="b"/>
  <p:tag name="KSO_WM_UNIT_PRESET_TEXT" val="汇报人：稻壳儿"/>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1*f*1"/>
  <p:tag name="KSO_WM_UNIT_LAYERLEVEL" val="1"/>
  <p:tag name="KSO_WM_TAG_VERSION" val="3.0"/>
  <p:tag name="KSO_WM_BEAUTIFY_FLAG" val="#wm#"/>
</p:tagLst>
</file>

<file path=ppt/tags/tag66.xml><?xml version="1.0" encoding="utf-8"?>
<p:tagLst xmlns:p="http://schemas.openxmlformats.org/presentationml/2006/main">
  <p:tag name="KSO_WM_UNIT_ISCONTENTSTITLE" val="0"/>
  <p:tag name="KSO_WM_UNIT_ISNUMDGMTITLE" val="0"/>
  <p:tag name="KSO_WM_UNIT_PRESET_TEXT" val="感谢您的观看"/>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1*a*1"/>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7979"/>
</p:tagLst>
</file>

<file path=ppt/tags/tag76.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7979"/>
</p:tagLst>
</file>

<file path=ppt/tags/tag77.xml><?xml version="1.0" encoding="utf-8"?>
<p:tagLst xmlns:p="http://schemas.openxmlformats.org/presentationml/2006/main">
  <p:tag name="KSO_WM_SPECIAL_SOURCE" val="bdnull"/>
  <p:tag name="KSO_WM_TEMPLATE_THUMBS_INDEX" val="1、11"/>
  <p:tag name="KSO_WM_TEMPLATE_SUBCATEGORY" val="29"/>
  <p:tag name="KSO_WM_TEMPLATE_MASTER_TYPE" val="0"/>
  <p:tag name="KSO_WM_TEMPLATE_COLOR_TYPE" val="0"/>
  <p:tag name="KSO_WM_TAG_VERSION" val="3.0"/>
  <p:tag name="KSO_WM_BEAUTIFY_FLAG" val="#wm#"/>
  <p:tag name="KSO_WM_TEMPLATE_CATEGORY" val="custom"/>
  <p:tag name="KSO_WM_TEMPLATE_INDEX" val="20237979"/>
</p:tagLst>
</file>

<file path=ppt/tags/tag78.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9.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SUBTYPE" val="b"/>
  <p:tag name="KSO_WM_UNIT_PRESET_TEXT" val="Name"/>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custom20237979_1*f*1"/>
  <p:tag name="KSO_WM_TEMPLATE_CATEGORY" val="custom"/>
  <p:tag name="KSO_WM_TEMPLATE_INDEX" val="20237979"/>
  <p:tag name="KSO_WM_UNIT_LAYERLEVEL" val="1"/>
  <p:tag name="KSO_WM_TAG_VERSION" val="3.0"/>
  <p:tag name="KSO_WM_BEAUTIFY_FLAG" val="#wm#"/>
</p:tagLst>
</file>

<file path=ppt/tags/tag80.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TEMPLATE_CATEGORY" val="custom"/>
  <p:tag name="KSO_WM_TEMPLATE_INDEX" val="20237979"/>
  <p:tag name="KSO_WM_UNIT_LAYERLEVEL" val="1"/>
  <p:tag name="KSO_WM_TAG_VERSION" val="3.0"/>
  <p:tag name="KSO_WM_BEAUTIFY_FLAG" val="#wm#"/>
  <p:tag name="KSO_WM_UNIT_CONTENT_GROUP_TYPE" val="contentchip"/>
</p:tagLst>
</file>

<file path=ppt/tags/tag81.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VALUE" val="33"/>
  <p:tag name="KSO_WM_UNIT_HIGHLIGHT" val="0"/>
  <p:tag name="KSO_WM_UNIT_COMPATIBLE" val="0"/>
  <p:tag name="KSO_WM_UNIT_DIAGRAM_ISNUMVISUAL" val="0"/>
  <p:tag name="KSO_WM_UNIT_DIAGRAM_ISREFERUNIT" val="0"/>
  <p:tag name="KSO_WM_UNIT_TYPE" val="a"/>
  <p:tag name="KSO_WM_UNIT_INDEX" val="1"/>
  <p:tag name="KSO_WM_UNIT_ID" val="custom20237979_1*a*1"/>
  <p:tag name="KSO_WM_TEMPLATE_CATEGORY" val="custom"/>
  <p:tag name="KSO_WM_TEMPLATE_INDEX" val="20237979"/>
  <p:tag name="KSO_WM_UNIT_LAYERLEVEL" val="1"/>
  <p:tag name="KSO_WM_TAG_VERSION" val="3.0"/>
  <p:tag name="KSO_WM_BEAUTIFY_FLAG" val="#wm#"/>
</p:tagLst>
</file>

<file path=ppt/tags/tag82.xml><?xml version="1.0" encoding="utf-8"?>
<p:tagLst xmlns:p="http://schemas.openxmlformats.org/presentationml/2006/main">
  <p:tag name="KSO_WM_SPECIAL_SOURCE" val="bdnull"/>
  <p:tag name="KSO_WM_TEMPLATE_THUMBS_INDEX" val="1、11"/>
  <p:tag name="KSO_WM_SLIDE_CONTENT_AREA" val="{&quot;left&quot;:&quot;462.85&quot;,&quot;top&quot;:&quot;118.75&quot;,&quot;width&quot;:&quot;459.25&quot;,&quot;height&quot;:&quot;265.1&quot;}"/>
  <p:tag name="KSO_WM_SLIDE_ID" val="custom20237979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7979"/>
  <p:tag name="KSO_WM_SLIDE_LAYOUT" val="a_b_f"/>
  <p:tag name="KSO_WM_SLIDE_LAYOUT_CNT" val="1_1_1"/>
  <p:tag name="KSO_WM_SLIDE_THEME_ID" val="3302786"/>
  <p:tag name="KSO_WM_SLIDE_THEME_NAME" val="Blue Chinoiserie"/>
</p:tagLst>
</file>

<file path=ppt/tags/tag83.xml><?xml version="1.0" encoding="utf-8"?>
<p:tagLst xmlns:p="http://schemas.openxmlformats.org/presentationml/2006/main">
  <p:tag name="KSO_WM_UNIT_ISCONTENTSTITLE" val="1"/>
  <p:tag name="KSO_WM_UNIT_ISNUMDGMTITLE" val="0"/>
  <p:tag name="KSO_WM_UNIT_PRESET_TEXT" val="Contents "/>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7979_4*a*1"/>
  <p:tag name="KSO_WM_TEMPLATE_CATEGORY" val="custom"/>
  <p:tag name="KSO_WM_TEMPLATE_INDEX" val="20237979"/>
  <p:tag name="KSO_WM_UNIT_LAYERLEVEL" val="1"/>
  <p:tag name="KSO_WM_TAG_VERSION" val="3.0"/>
  <p:tag name="KSO_WM_BEAUTIFY_FLAG" val="#wm#"/>
</p:tagLst>
</file>

<file path=ppt/tags/tag84.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DIAGRAM_MAX_ITEMCNT" val="8"/>
  <p:tag name="KSO_WM_DIAGRAM_MIN_ITEMCNT" val="2"/>
  <p:tag name="KSO_WM_DIAGRAM_VIRTUALLY_FRAME" val="{&quot;height&quot;:386.6,&quot;left&quot;:23.435748031496065,&quot;top&quot;:86.35,&quot;width&quot;:828.81425196850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DIAGRAM_VERSION" val="3"/>
  <p:tag name="KSO_WM_DIAGRAM_COLOR_TRICK" val="1"/>
  <p:tag name="KSO_WM_DIAGRAM_COLOR_TEXT_CAN_REMOVE" val="n"/>
  <p:tag name="KSO_WM_UNIT_SUBTYPE" val="a"/>
  <p:tag name="KSO_WM_UNIT_PRESET_TEXT" val="Your title here"/>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30263_4*l_h_f*1_2_1"/>
  <p:tag name="KSO_WM_TEMPLATE_CATEGORY" val="custom"/>
  <p:tag name="KSO_WM_TEMPLATE_INDEX" val="20230263"/>
  <p:tag name="KSO_WM_UNIT_LAYERLEVEL" val="1_1_1"/>
  <p:tag name="KSO_WM_TAG_VERSION" val="3.0"/>
  <p:tag name="KSO_WM_BEAUTIFY_FLAG" val="#wm#"/>
</p:tagLst>
</file>

<file path=ppt/tags/tag85.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DIAGRAM_MAX_ITEMCNT" val="8"/>
  <p:tag name="KSO_WM_DIAGRAM_MIN_ITEMCNT" val="2"/>
  <p:tag name="KSO_WM_DIAGRAM_VIRTUALLY_FRAME" val="{&quot;height&quot;:386.6,&quot;left&quot;:23.435748031496065,&quot;top&quot;:86.35,&quot;width&quot;:828.81425196850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DIAGRAM_VERSION" val="3"/>
  <p:tag name="KSO_WM_DIAGRAM_COLOR_TRICK" val="1"/>
  <p:tag name="KSO_WM_DIAGRAM_COLOR_TEXT_CAN_REMOVE" val="n"/>
  <p:tag name="KSO_WM_UNIT_SUBTYPE" val="a"/>
  <p:tag name="KSO_WM_UNIT_PRESET_TEXT" val="Your title here"/>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30263_4*l_h_f*1_4_1"/>
  <p:tag name="KSO_WM_TEMPLATE_CATEGORY" val="custom"/>
  <p:tag name="KSO_WM_TEMPLATE_INDEX" val="20230263"/>
  <p:tag name="KSO_WM_UNIT_LAYERLEVEL" val="1_1_1"/>
  <p:tag name="KSO_WM_TAG_VERSION" val="3.0"/>
  <p:tag name="KSO_WM_BEAUTIFY_FLAG" val="#wm#"/>
</p:tagLst>
</file>

<file path=ppt/tags/tag86.xml><?xml version="1.0" encoding="utf-8"?>
<p:tagLst xmlns:p="http://schemas.openxmlformats.org/presentationml/2006/main">
  <p:tag name="KSO_WM_SPECIAL_SOURCE" val="bdnull"/>
  <p:tag name="KSO_WM_SLIDE_ID" val="custom20237979_4"/>
  <p:tag name="KSO_WM_TEMPLATE_SUBCATEGORY" val="29"/>
  <p:tag name="KSO_WM_TEMPLATE_MASTER_TYPE" val="0"/>
  <p:tag name="KSO_WM_TEMPLATE_COLOR_TYPE" val="0"/>
  <p:tag name="KSO_WM_SLIDE_TYPE" val="contents"/>
  <p:tag name="KSO_WM_SLIDE_SUBTYPE" val="diag"/>
  <p:tag name="KSO_WM_SLIDE_ITEM_CNT" val="4"/>
  <p:tag name="KSO_WM_SLIDE_INDEX" val="4"/>
  <p:tag name="KSO_WM_DIAGRAM_GROUP_CODE" val="l1-1"/>
  <p:tag name="KSO_WM_SLIDE_DIAGTYPE" val="l"/>
  <p:tag name="KSO_WM_TAG_VERSION" val="3.0"/>
  <p:tag name="KSO_WM_BEAUTIFY_FLAG" val="#wm#"/>
  <p:tag name="KSO_WM_TEMPLATE_CATEGORY" val="custom"/>
  <p:tag name="KSO_WM_TEMPLATE_INDEX" val="20237979"/>
  <p:tag name="KSO_WM_SLIDE_LAYOUT" val="a_l"/>
  <p:tag name="KSO_WM_SLIDE_LAYOUT_CNT" val="1_1"/>
  <p:tag name="KSO_WM_SLIDE_THEME_ID" val="3302786"/>
  <p:tag name="KSO_WM_SLIDE_THEME_NAME" val="Blue Chinoiserie"/>
</p:tagLst>
</file>

<file path=ppt/tags/tag8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37979"/>
</p:tagLst>
</file>

<file path=ppt/tags/tag9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37979"/>
</p:tagLst>
</file>

<file path=ppt/tags/tag9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37979"/>
</p:tagLst>
</file>

<file path=ppt/tags/tag9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37979"/>
</p:tagLst>
</file>

<file path=ppt/tags/tag9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37979"/>
</p:tagLst>
</file>

<file path=ppt/tags/tag10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custom20237979_11*a*1"/>
  <p:tag name="KSO_WM_TEMPLATE_CATEGORY" val="custom"/>
  <p:tag name="KSO_WM_TEMPLATE_INDEX" val="20237979"/>
  <p:tag name="KSO_WM_UNIT_LAYERLEVEL" val="1"/>
  <p:tag name="KSO_WM_TAG_VERSION" val="3.0"/>
  <p:tag name="KSO_WM_BEAUTIFY_FLAG" val="#wm#"/>
  <p:tag name="KSO_WM_UNIT_PRESET_TEXT" val="THANK YOU"/>
</p:tagLst>
</file>

<file path=ppt/tags/tag103.xml><?xml version="1.0" encoding="utf-8"?>
<p:tagLst xmlns:p="http://schemas.openxmlformats.org/presentationml/2006/main">
  <p:tag name="KSO_WM_SPECIAL_SOURCE" val="bdnull"/>
  <p:tag name="KSO_WM_SLIDE_CONTENT_AREA" val="{&quot;left&quot;:&quot;462.85&quot;,&quot;top&quot;:&quot;118.75&quot;,&quot;width&quot;:&quot;459.25&quot;,&quot;height&quot;:&quot;265.1&quot;}"/>
  <p:tag name="KSO_WM_SLIDE_ID" val="custom20237979_11"/>
  <p:tag name="KSO_WM_TEMPLATE_SUBCATEGORY" val="29"/>
  <p:tag name="KSO_WM_TEMPLATE_MASTER_TYPE" val="0"/>
  <p:tag name="KSO_WM_TEMPLATE_COLOR_TYPE" val="0"/>
  <p:tag name="KSO_WM_SLIDE_TYPE" val="endPage"/>
  <p:tag name="KSO_WM_SLIDE_SUBTYPE" val="pureTxt"/>
  <p:tag name="KSO_WM_SLIDE_ITEM_CNT" val="0"/>
  <p:tag name="KSO_WM_SLIDE_INDEX" val="11"/>
  <p:tag name="KSO_WM_TAG_VERSION" val="3.0"/>
  <p:tag name="KSO_WM_BEAUTIFY_FLAG" val="#wm#"/>
  <p:tag name="KSO_WM_TEMPLATE_CATEGORY" val="custom"/>
  <p:tag name="KSO_WM_TEMPLATE_INDEX" val="20237979"/>
  <p:tag name="KSO_WM_SLIDE_LAYOUT" val="a_f"/>
  <p:tag name="KSO_WM_SLIDE_LAYOUT_CNT" val="1_1"/>
  <p:tag name="KSO_WM_SLIDE_THEME_ID" val="3302786"/>
  <p:tag name="KSO_WM_SLIDE_THEME_NAME" val="Blue Chinoiserie"/>
</p:tagLst>
</file>

<file path=ppt/theme/theme1.xml><?xml version="1.0" encoding="utf-8"?>
<a:theme xmlns:a="http://schemas.openxmlformats.org/drawingml/2006/main" name="2_Office Theme">
  <a:themeElements>
    <a:clrScheme name="自定义 69">
      <a:dk1>
        <a:srgbClr val="000000"/>
      </a:dk1>
      <a:lt1>
        <a:srgbClr val="FFFFFF"/>
      </a:lt1>
      <a:dk2>
        <a:srgbClr val="253A3F"/>
      </a:dk2>
      <a:lt2>
        <a:srgbClr val="ADC8CE"/>
      </a:lt2>
      <a:accent1>
        <a:srgbClr val="578591"/>
      </a:accent1>
      <a:accent2>
        <a:srgbClr val="77A3AE"/>
      </a:accent2>
      <a:accent3>
        <a:srgbClr val="D36250"/>
      </a:accent3>
      <a:accent4>
        <a:srgbClr val="EC9B86"/>
      </a:accent4>
      <a:accent5>
        <a:srgbClr val="A0B9C6"/>
      </a:accent5>
      <a:accent6>
        <a:srgbClr val="B1B3D3"/>
      </a:accent6>
      <a:hlink>
        <a:srgbClr val="EC5F74"/>
      </a:hlink>
      <a:folHlink>
        <a:srgbClr val="6096E6"/>
      </a:folHlink>
    </a:clrScheme>
    <a:fontScheme name="字体-传统">
      <a:majorFont>
        <a:latin typeface="Crimson Text SemiBold"/>
        <a:ea typeface="Crimson Text SemiBold"/>
        <a:cs typeface=""/>
      </a:majorFont>
      <a:minorFont>
        <a:latin typeface="Charis SIL"/>
        <a:ea typeface="Charis SI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4534</Words>
  <Application>WPS Presentation</Application>
  <PresentationFormat>Widescreen</PresentationFormat>
  <Paragraphs>161</Paragraphs>
  <Slides>8</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8</vt:i4>
      </vt:variant>
    </vt:vector>
  </HeadingPairs>
  <TitlesOfParts>
    <vt:vector size="22" baseType="lpstr">
      <vt:lpstr>Arial</vt:lpstr>
      <vt:lpstr>SimSun</vt:lpstr>
      <vt:lpstr>Wingdings</vt:lpstr>
      <vt:lpstr>Wingdings</vt:lpstr>
      <vt:lpstr>Aptos Display</vt:lpstr>
      <vt:lpstr>Segoe UI Variable Display</vt:lpstr>
      <vt:lpstr>Bahnschrift Light</vt:lpstr>
      <vt:lpstr>Charis SIL</vt:lpstr>
      <vt:lpstr>Segoe Print</vt:lpstr>
      <vt:lpstr>Crimson Text SemiBold</vt:lpstr>
      <vt:lpstr>Microsoft YaHei</vt:lpstr>
      <vt:lpstr>Arial Unicode MS</vt:lpstr>
      <vt:lpstr>Calibri</vt:lpstr>
      <vt:lpstr>2_Office Theme</vt:lpstr>
      <vt:lpstr>SUPPLY CHAIN VISIBILITY SYSTEM WITH OPTIMIZATION ANALYTICS</vt:lpstr>
      <vt:lpstr>- PROJECT OBJECTIVE</vt:lpstr>
      <vt:lpstr>- PROJECT EXECUTION MILESTONES</vt:lpstr>
      <vt:lpstr>- CHALLENGES &amp; RESOLUTIONS</vt:lpstr>
      <vt:lpstr>- FUTURE ENHANCEMENTS &amp; KEY INSIGHTS</vt:lpstr>
      <vt:lpstr>– CONCLUSION</vt:lpstr>
      <vt:lpstr>ACKNOWLEDGEMENTS &amp; 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VISIBILITY SYSTEM WITH OPTIMIZATION ANALYTICS</dc:title>
  <dc:creator>Charita</dc:creator>
  <cp:lastModifiedBy>Charita Vaddadi</cp:lastModifiedBy>
  <cp:revision>8</cp:revision>
  <dcterms:created xsi:type="dcterms:W3CDTF">2026-08-18T11:54:00Z</dcterms:created>
  <dcterms:modified xsi:type="dcterms:W3CDTF">2026-08-18T12:23:31Z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784DEAC85F7744C2988B6E353FEA9F49_13</vt:lpwstr>
  </property>
</Properties>
</file>