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26679" y="0"/>
            <a:ext cx="4465015" cy="68580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66760" y="502920"/>
            <a:ext cx="2971800" cy="1645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66760" y="777240"/>
            <a:ext cx="2057400" cy="109728"/>
          </a:xfrm>
          <a:prstGeom prst="roundRect">
            <a:avLst/>
          </a:prstGeom>
          <a:solidFill>
            <a:srgbClr val="E2D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738360" y="5440680"/>
            <a:ext cx="1600200" cy="137160"/>
          </a:xfrm>
          <a:prstGeom prst="round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658368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E2DAF4"/>
                </a:solidFill>
                <a:latin typeface="Aptos Display"/>
              </a:defRPr>
            </a:pPr>
            <a:r>
              <a:t>INFOSYS SPRINGBOARD • VIRTUAL INTERNSHIP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25880"/>
            <a:ext cx="6446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 Display"/>
              </a:defRPr>
            </a:pPr>
            <a:r>
              <a:t>SUPPLY CHAIN VISIBILITY SYSTEM</a:t>
            </a:r>
            <a:br/>
            <a:r>
              <a:t>WITH OPTIMIZATION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788920"/>
            <a:ext cx="6035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E1E6F0"/>
                </a:solidFill>
                <a:latin typeface="Aptos Display"/>
              </a:defRPr>
            </a:pPr>
            <a:r>
              <a:t>An Interactive Power BI Dashboard for Supply Chain Performance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57600"/>
            <a:ext cx="62636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 Display"/>
              </a:defRPr>
            </a:pPr>
            <a:r>
              <a:rPr dirty="0"/>
              <a:t>Team Members:   Uppala Bhavya Sri | V. Charita Sree</a:t>
            </a:r>
            <a:br>
              <a:rPr dirty="0"/>
            </a:br>
            <a:r>
              <a:rPr dirty="0" err="1"/>
              <a:t>Velpuri</a:t>
            </a:r>
            <a:r>
              <a:rPr dirty="0"/>
              <a:t> Sai Rohitha | Venkata Puneeth Kothapalli | Yuvasree P</a:t>
            </a:r>
            <a:br>
              <a:rPr dirty="0"/>
            </a:br>
            <a:r>
              <a:rPr dirty="0"/>
              <a:t>Team D • Group 1</a:t>
            </a:r>
            <a:br>
              <a:rPr dirty="0"/>
            </a:br>
            <a:r>
              <a:rPr dirty="0"/>
              <a:t>Mentor: Ms. Nityasree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234440"/>
            <a:ext cx="3246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183879" y="2423160"/>
            <a:ext cx="1508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921240" y="2423160"/>
            <a:ext cx="15087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83879" y="3611880"/>
            <a:ext cx="32461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44475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1B264A"/>
                </a:solidFill>
                <a:latin typeface="Aptos Display"/>
              </a:defRPr>
            </a:pPr>
            <a:r>
              <a:t>80,519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847088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A3862"/>
                </a:solidFill>
                <a:latin typeface="Aptos Display"/>
              </a:defRPr>
            </a:pPr>
            <a:r>
              <a:t>SUPPLY CHAIN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670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B264A"/>
                </a:solidFill>
                <a:latin typeface="Aptos Display"/>
              </a:defRPr>
            </a:pPr>
            <a:r>
              <a:t>17.83%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017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2A3862"/>
                </a:solidFill>
                <a:latin typeface="Aptos Display"/>
              </a:defRPr>
            </a:pPr>
            <a:r>
              <a:t>ON-TIME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31552" y="267004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B264A"/>
                </a:solidFill>
                <a:latin typeface="Aptos Display"/>
              </a:defRPr>
            </a:pPr>
            <a:r>
              <a:t>54.82%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1552" y="3017520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2A3862"/>
                </a:solidFill>
                <a:latin typeface="Aptos Display"/>
              </a:defRPr>
            </a:pPr>
            <a:r>
              <a:t>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867912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B264A"/>
                </a:solidFill>
                <a:latin typeface="Aptos Display"/>
              </a:defRPr>
            </a:pPr>
            <a:r>
              <a:t>POWER BI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233672"/>
            <a:ext cx="2697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2A3862"/>
                </a:solidFill>
                <a:latin typeface="Aptos Display"/>
              </a:defRPr>
            </a:pPr>
            <a:r>
              <a:t>ANALYTICS • VISIBILITY •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3566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Transform raw supply chain data into meaningful visual insights.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Analyze sales, orders, customers, products and delivery operations.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Evaluate geographic markets, costs, discounts and profitability.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Develop interactive Power BI dashboards for data-driven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83480"/>
            <a:ext cx="5120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Project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413248"/>
            <a:ext cx="5212080" cy="1005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Sales &amp; Delivery Analysis • Customer &amp; Product Insights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Geographic &amp; Market Performance • Cost &amp; Profitability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Order Value &amp; Performance Insights</a:t>
            </a:r>
          </a:p>
        </p:txBody>
      </p:sp>
      <p:pic>
        <p:nvPicPr>
          <p:cNvPr id="10" name="Picture 9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34440"/>
            <a:ext cx="50292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PROJECT EXECUTION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03</a:t>
            </a:r>
          </a:p>
        </p:txBody>
      </p:sp>
      <p:pic>
        <p:nvPicPr>
          <p:cNvPr id="6" name="Picture 5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521208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051560"/>
            <a:ext cx="5257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Milestone 1 – Data Acquisition &amp;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399031"/>
            <a:ext cx="525780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Studied the DataCoSupplyChainDataset and prepared the data using Power Query.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313432"/>
            <a:ext cx="5257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Milestone 2 – Data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660903"/>
            <a:ext cx="525780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Structured the data and created DAX measures for sales, profit, orders, customers and delivery.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575303"/>
            <a:ext cx="5257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Milestone 3 –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922776"/>
            <a:ext cx="525780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Built interactive Power BI dashboard pages using suitable analytical visuals.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4837175"/>
            <a:ext cx="52578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Milestone 4 – Review &amp;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5184647"/>
            <a:ext cx="525780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Validated calculations and improved dashboard readability, consistency and usability.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CHALLENGES &amp; RESOLUTIONS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04</a:t>
            </a:r>
          </a:p>
        </p:txBody>
      </p:sp>
      <p:pic>
        <p:nvPicPr>
          <p:cNvPr id="6" name="Picture 5" descr="challe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4864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63640" y="1097280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5212080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Understanding a large dataset with approximately 80,519 records.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Preparing and transforming raw data accurately.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Creating accurate KPIs and DAX measures.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Selecting suitable visuals without unnecessary repetition.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Maintaining dashboard layout, readability and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794760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Resolutions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224528"/>
            <a:ext cx="5212080" cy="1508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Grouped fields by business area and used Power Query for preparation.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Created and validated DAX measures against the dataset.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Selected visuals according to analytical purpose and organized pages systematically.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FUTURE ENHANCEMENTS &amp;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05</a:t>
            </a:r>
          </a:p>
        </p:txBody>
      </p:sp>
      <p:pic>
        <p:nvPicPr>
          <p:cNvPr id="6" name="Picture 5" descr="fu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53949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051560"/>
            <a:ext cx="5303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508760"/>
            <a:ext cx="516636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Integrate real-time supply chain data.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Add AI-based forecasting and predictive analytics.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Implement automated report refresh.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Develop mobile-friendly dashboards and drill-through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3611880"/>
            <a:ext cx="53035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1B264A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Key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069080"/>
            <a:ext cx="5166360" cy="1645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On-Time Delivery Rate: 17.83% | Late Delivery Rate: 54.82%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Total Customers: 20,652 | Average Profit per Order: ₹21.98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• Europe contributes approximately ₹10.87M in sales.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548640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19191E"/>
                </a:solidFill>
                <a:latin typeface="Aptos"/>
              </a:defRPr>
            </a:pPr>
            <a:r>
              <a:rPr>
                <a:solidFill>
                  <a:srgbClr val="19191E"/>
                </a:solidFill>
              </a:rPr>
              <a:t>Supply Chain Visibility and Optimization successfully transformed the DataCoSupplyChainDataset into an interactive Power BI dashboard covering sales, customers, products, delivery, geography, costs and profitability.</a:t>
            </a:r>
          </a:p>
        </p:txBody>
      </p:sp>
      <p:pic>
        <p:nvPicPr>
          <p:cNvPr id="7" name="Picture 6" descr="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43000"/>
            <a:ext cx="5120640" cy="30632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40080" y="2880360"/>
            <a:ext cx="51663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2788920"/>
            <a:ext cx="5166360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14400" y="2999232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64A"/>
                </a:solidFill>
                <a:latin typeface="Aptos Display"/>
              </a:defRPr>
            </a:pPr>
            <a:r>
              <a:t>Technical 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56432"/>
            <a:ext cx="461772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493008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Microsoft 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2112" y="3493008"/>
            <a:ext cx="1507144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rPr dirty="0"/>
              <a:t>• Power Query</a:t>
            </a:r>
            <a:r>
              <a:rPr lang="en-IN"/>
              <a:t> Editor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88620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DAX &amp; Data Modeling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82112" y="3886200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Data 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7939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Business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112" y="4279392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Microsoft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672583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GitHub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2112" y="4672583"/>
            <a:ext cx="2057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9191E"/>
                </a:solidFill>
                <a:latin typeface="Aptos"/>
              </a:defRPr>
            </a:pPr>
            <a:r>
              <a:t>• GitLab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788920"/>
            <a:ext cx="5166360" cy="2606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999232"/>
            <a:ext cx="4617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264A"/>
                </a:solidFill>
                <a:latin typeface="Aptos Display"/>
              </a:defRPr>
            </a:pPr>
            <a:r>
              <a:t>Soft Skills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52044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Problem Solving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352044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Analytical Thinking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02336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Communication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402336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Teamwork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1092" y="461772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4526280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19191E"/>
                </a:solidFill>
                <a:latin typeface="Aptos"/>
              </a:defRPr>
            </a:pPr>
            <a:r>
              <a:t>• Time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064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B264A"/>
                </a:solidFill>
                <a:latin typeface="Aptos"/>
              </a:defRPr>
            </a:pPr>
            <a:r>
              <a:t>Infosys Springboard – Virtual Internship 7.0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09728" cy="6629400"/>
          </a:xfrm>
          <a:prstGeom prst="rect">
            <a:avLst/>
          </a:prstGeom>
          <a:solidFill>
            <a:srgbClr val="7B6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7955279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B264A"/>
                </a:solidFill>
                <a:latin typeface="Aptos Display"/>
              </a:defRPr>
            </a:pPr>
            <a:r>
              <a:rPr>
                <a:solidFill>
                  <a:srgbClr val="19191E"/>
                </a:solidFill>
              </a:rPr>
              <a:t>ACKNOWLEDGEMENTS &amp;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27080" y="365760"/>
            <a:ext cx="6400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7B60B4"/>
                </a:solidFill>
              </a:defRPr>
            </a:pPr>
            <a:r>
              <a:rPr>
                <a:solidFill>
                  <a:srgbClr val="19191E"/>
                </a:solidFill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430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1430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t"/>
          <a:lstStyle/>
          <a:p>
            <a:pPr algn="l">
              <a:spcAft>
                <a:spcPts val="5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64A"/>
                </a:solidFill>
                <a:latin typeface="Aptos Display"/>
              </a:defRPr>
            </a:pPr>
            <a:r>
              <a:t>Acknowledgements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4617720" cy="20431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/>
              <a:t>• Infosys Springboard – Virtual Internship 7.0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/>
              <a:t>• Mentor – Ms. Nityasree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/>
              <a:t>• Team D – Group 1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/>
              <a:t>• Uppala Bhavya Sri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/>
              <a:t>• V. Charita Sree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/>
              <a:t>• </a:t>
            </a:r>
            <a:r>
              <a:rPr dirty="0" err="1"/>
              <a:t>Velpuri</a:t>
            </a:r>
            <a:r>
              <a:rPr dirty="0"/>
              <a:t> Sai Rohitha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/>
              <a:t>• Venkata Puneeth Kothapalli</a:t>
            </a:r>
          </a:p>
          <a:p>
            <a:pPr>
              <a:spcAft>
                <a:spcPts val="500"/>
              </a:spcAft>
              <a:defRPr sz="1220">
                <a:solidFill>
                  <a:srgbClr val="19191E"/>
                </a:solidFill>
                <a:latin typeface="Aptos"/>
              </a:defRPr>
            </a:pPr>
            <a:r>
              <a:rPr dirty="0"/>
              <a:t>• Yuvasree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B264A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438912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DataCoSupplyChainDataset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Microsoft Power BI Documentation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Power BI Community Resources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Kaggle Dataset Resources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Infosys Springboard Learning Materials</a:t>
            </a:r>
          </a:p>
          <a:p>
            <a:pPr>
              <a:spcAft>
                <a:spcPts val="500"/>
              </a:spcAft>
              <a:defRPr sz="1250">
                <a:solidFill>
                  <a:srgbClr val="19191E"/>
                </a:solidFill>
                <a:latin typeface="Aptos"/>
              </a:defRPr>
            </a:pPr>
            <a:r>
              <a:t>• Microsoft Power Query &amp; DAX resources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0881360" cy="5760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33B800-028E-FC48-4177-1D06DF3A3F5C}"/>
              </a:ext>
            </a:extLst>
          </p:cNvPr>
          <p:cNvSpPr/>
          <p:nvPr/>
        </p:nvSpPr>
        <p:spPr>
          <a:xfrm>
            <a:off x="824460" y="1753849"/>
            <a:ext cx="10568066" cy="35826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000" dirty="0">
                <a:solidFill>
                  <a:schemeClr val="tx1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543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S0806351</cp:lastModifiedBy>
  <cp:revision>4</cp:revision>
  <dcterms:created xsi:type="dcterms:W3CDTF">2013-01-27T09:14:16Z</dcterms:created>
  <dcterms:modified xsi:type="dcterms:W3CDTF">2026-08-16T16:52:34Z</dcterms:modified>
  <cp:category/>
</cp:coreProperties>
</file>