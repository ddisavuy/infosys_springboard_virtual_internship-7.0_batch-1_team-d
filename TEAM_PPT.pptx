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1F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0" y="0"/>
            <a:ext cx="4023360" cy="73152"/>
          </a:xfrm>
          <a:prstGeom prst="rect">
            <a:avLst/>
          </a:prstGeom>
          <a:solidFill>
            <a:srgbClr val="15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2232" cy="73152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6EEF5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772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SUPPLY CHAIN VISIBILITY SYSTEM
WITH OPTIMIZATION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9748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AAEBE"/>
                </a:solidFill>
                <a:latin typeface="Aptos"/>
              </a:rPr>
              <a:t>An Interactive Power BI Dashboard for Supply Chain Performance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7223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Team Members: Umeshwaran R | Uppala Bhavya Sri | V. Charita Sree
Velpuri Sai Rohitha | Venkata Puneeth Kothapalli | Yuvasree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617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AEBE"/>
                </a:solidFill>
                <a:latin typeface="Aptos"/>
              </a:rPr>
              <a:t>Team D • Group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749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6EEF5"/>
                </a:solidFill>
                <a:latin typeface="Aptos"/>
              </a:rPr>
              <a:t>Mentor: Ms. Nityasree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41732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"/>
              </a:rPr>
              <a:t>POWER BI
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88036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58200" y="2880360"/>
            <a:ext cx="54864" cy="91440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SUPPLY CHAIN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355848"/>
            <a:ext cx="2359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B38"/>
                </a:solidFill>
                <a:latin typeface="Aptos"/>
              </a:rPr>
              <a:t>80,519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406908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4069080"/>
            <a:ext cx="54864" cy="914400"/>
          </a:xfrm>
          <a:prstGeom prst="rect">
            <a:avLst/>
          </a:prstGeom>
          <a:solidFill>
            <a:srgbClr val="31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42062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ON-TIME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544568"/>
            <a:ext cx="2359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B38"/>
                </a:solidFill>
                <a:latin typeface="Aptos"/>
              </a:rPr>
              <a:t>17.83%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525780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58200" y="5257800"/>
            <a:ext cx="54864" cy="9144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41080" y="539496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LATE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733288"/>
            <a:ext cx="2359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B38"/>
                </a:solidFill>
                <a:latin typeface="Aptos"/>
              </a:rPr>
              <a:t>54.82%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AEBE"/>
                </a:solidFill>
                <a:latin typeface="Aptos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C30"/>
                </a:solidFill>
                <a:latin typeface="Aptos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88C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5CA0"/>
                </a:solidFill>
                <a:latin typeface="Aptos"/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Transform raw supply chain data into meaningful visual insights.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Analyze sales, orders, customers, products and delivery operations.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Evaluate geographic markets, costs, discounts and profitability.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Develop interactive Power BI dashboards for data-driven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5727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5CA0"/>
                </a:solidFill>
                <a:latin typeface="Aptos"/>
              </a:rPr>
              <a:t>Project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938528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Sales &amp; Delivery Analysis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Customer &amp; Product Insights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Geographic &amp; Market Performance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Cost &amp; Profitability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Order Value &amp; Performance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17720"/>
            <a:ext cx="10607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4617720"/>
            <a:ext cx="54864" cy="960120"/>
          </a:xfrm>
          <a:prstGeom prst="rect">
            <a:avLst/>
          </a:prstGeom>
          <a:solidFill>
            <a:srgbClr val="15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103327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DATA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93208"/>
            <a:ext cx="10314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B38"/>
                </a:solidFill>
                <a:latin typeface="Aptos"/>
              </a:rPr>
              <a:t>DataCoSupplyChainDataset • approximately 80,519 records • orders, customers, products, sales, shipping, delivery, geography, discounts and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510528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AEBE"/>
                </a:solidFill>
                <a:latin typeface="Aptos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C30"/>
                </a:solidFill>
                <a:latin typeface="Aptos"/>
              </a:rPr>
              <a:t>PROJECT EXECUTION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88C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54864" cy="1600200"/>
          </a:xfrm>
          <a:prstGeom prst="rect">
            <a:avLst/>
          </a:prstGeom>
          <a:solidFill>
            <a:srgbClr val="1F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Milestone 1 – Data Acquisition &amp;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48737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B38"/>
                </a:solidFill>
                <a:latin typeface="Aptos"/>
              </a:rPr>
              <a:t>Studied the DataCoSupplyChainDataset and prepared the data using Power 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4864" cy="160020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Milestone 2 – Data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48737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B38"/>
                </a:solidFill>
                <a:latin typeface="Aptos"/>
              </a:rPr>
              <a:t>Structured the data and created DAX measures for sales, profit, orders, customers and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703320"/>
            <a:ext cx="54864" cy="1600200"/>
          </a:xfrm>
          <a:prstGeom prst="rect">
            <a:avLst/>
          </a:prstGeom>
          <a:solidFill>
            <a:srgbClr val="15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Milestone 3 –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48737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B38"/>
                </a:solidFill>
                <a:latin typeface="Aptos"/>
              </a:rPr>
              <a:t>Built interactive Power BI dashboard pages using suitable analytical visuals.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033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703320"/>
            <a:ext cx="54864" cy="1600200"/>
          </a:xfrm>
          <a:prstGeom prst="rect">
            <a:avLst/>
          </a:prstGeom>
          <a:solidFill>
            <a:srgbClr val="E6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Milestone 4 – Review &amp;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78808"/>
            <a:ext cx="48737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B38"/>
                </a:solidFill>
                <a:latin typeface="Aptos"/>
              </a:rPr>
              <a:t>Validated calculations and improved dashboard readability, consistency and usability.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AEBE"/>
                </a:solidFill>
                <a:latin typeface="Aptos"/>
              </a:rPr>
              <a:t>Execution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632704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A1C30"/>
                </a:solidFill>
                <a:latin typeface="Aptos"/>
              </a:rPr>
              <a:t>Problem Understanding → Data Collection → Data Understanding → Data Connection → Preprocessing → Analysis → Modeling → Visualization → 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510528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AEBE"/>
                </a:solidFill>
                <a:latin typeface="Aptos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C30"/>
                </a:solidFill>
                <a:latin typeface="Aptos"/>
              </a:rPr>
              <a:t>CHALLENGES &amp; RESOLUTIONS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88C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E4646"/>
                </a:solidFill>
                <a:latin typeface="Aptos"/>
              </a:rP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002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8B5E"/>
                </a:solidFill>
                <a:latin typeface="Aptos"/>
              </a:rPr>
              <a:t>Resolutions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Aptos"/>
              </a:rPr>
              <a:t>1. Understanding a large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57400"/>
            <a:ext cx="5074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E2B38"/>
                </a:solidFill>
                <a:latin typeface="Aptos"/>
              </a:rPr>
              <a:t>Grouped fields by business area such as orders, customers, products, sales, delivery, geography and profitability.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0720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Aptos"/>
              </a:rPr>
              <a:t>2. Data preparation &amp;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807208"/>
            <a:ext cx="5074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E2B38"/>
                </a:solidFill>
                <a:latin typeface="Aptos"/>
              </a:rPr>
              <a:t>Used Power Query to review, transform and validate required fields and data types.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57015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Aptos"/>
              </a:rPr>
              <a:t>3. Creating accurate KPIs and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57015"/>
            <a:ext cx="5074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E2B38"/>
                </a:solidFill>
                <a:latin typeface="Aptos"/>
              </a:rPr>
              <a:t>Created DAX measures and reviewed calculated results against the dataset.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06824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Aptos"/>
              </a:rPr>
              <a:t>4. Selecting suitable visualizations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306824"/>
            <a:ext cx="5074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E2B38"/>
                </a:solidFill>
                <a:latin typeface="Aptos"/>
              </a:rPr>
              <a:t>Matched visual types to analytical purpose: trends, comparisons, relationships and KPI summaries.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56631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Aptos"/>
              </a:rPr>
              <a:t>5. Dashboard layout &amp; readability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056631"/>
            <a:ext cx="5074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E2B38"/>
                </a:solidFill>
                <a:latin typeface="Aptos"/>
              </a:rPr>
              <a:t>Divided the dashboard into focused analytical pages with consistent formatting.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510528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AEBE"/>
                </a:solidFill>
                <a:latin typeface="Aptos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C30"/>
                </a:solidFill>
                <a:latin typeface="Aptos"/>
              </a:rPr>
              <a:t>FUTURE ENHANCEMENTS &amp;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88C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5CA0"/>
                </a:solidFill>
                <a:latin typeface="Aptos"/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Integrate real-time supply chain data.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Add AI-based forecasting and predictive analytics.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Implement automated report refresh.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Develop mobile-friendly dashboards and drill-through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5CA0"/>
                </a:solidFill>
                <a:latin typeface="Aptos"/>
              </a:rP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92024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On-Time Delivery Rate: 17.83% | Late Delivery Rate: 54.82%.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Total Customers: 20,652 | Average Profit per Order: ₹21.98.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Europe contributes approximately ₹10.87M in sales (~29.5%).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t>• Standard Class has the largest order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7200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4572000"/>
            <a:ext cx="54864" cy="1051560"/>
          </a:xfrm>
          <a:prstGeom prst="rect">
            <a:avLst/>
          </a:prstGeom>
          <a:solidFill>
            <a:srgbClr val="1F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TOTAL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47488"/>
            <a:ext cx="2953512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E2B38"/>
                </a:solidFill>
                <a:latin typeface="Aptos"/>
              </a:rPr>
              <a:t>₹36.78M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57200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4572000"/>
            <a:ext cx="54864" cy="1051560"/>
          </a:xfrm>
          <a:prstGeom prst="rect">
            <a:avLst/>
          </a:prstGeom>
          <a:solidFill>
            <a:srgbClr val="31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470916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TOTAL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047488"/>
            <a:ext cx="2953512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E2B38"/>
                </a:solidFill>
                <a:latin typeface="Aptos"/>
              </a:rPr>
              <a:t>₹3.97M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57200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4572000"/>
            <a:ext cx="54864" cy="105156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470916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047488"/>
            <a:ext cx="2953512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E2B38"/>
                </a:solidFill>
                <a:latin typeface="Aptos"/>
              </a:rPr>
              <a:t>20,652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510528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AEBE"/>
                </a:solidFill>
                <a:latin typeface="Aptos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C30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88C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607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1143000"/>
          </a:xfrm>
          <a:prstGeom prst="rect">
            <a:avLst/>
          </a:prstGeom>
          <a:solidFill>
            <a:srgbClr val="1F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03327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PROJECT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103144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B38"/>
                </a:solidFill>
                <a:latin typeface="Aptos"/>
              </a:rPr>
              <a:t>Supply Chain Visibility and Optimization successfully transformed the DataCoSupplyChainDataset into an interactive Power BI dashboard covering sales, customers, products, delivery, geography, costs and profitability.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5CA0"/>
                </a:solidFill>
                <a:latin typeface="Aptos"/>
              </a:rPr>
              <a:t>Technical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4480560" cy="2198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dirty="0"/>
              <a:t>• Microsoft Power BI</a:t>
            </a:r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dirty="0"/>
              <a:t>• Power Query</a:t>
            </a:r>
            <a:r>
              <a:rPr lang="en-IN" dirty="0"/>
              <a:t> Editor</a:t>
            </a:r>
            <a:endParaRPr dirty="0"/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dirty="0"/>
              <a:t>• DAX &amp; Data Modeling</a:t>
            </a:r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dirty="0"/>
              <a:t>• Data Visualization</a:t>
            </a:r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dirty="0"/>
              <a:t>• Business Intelligence</a:t>
            </a:r>
            <a:endParaRPr lang="en-IN" dirty="0"/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lang="en-IN" dirty="0" err="1"/>
              <a:t>Github</a:t>
            </a:r>
            <a:endParaRPr lang="en-IN" dirty="0"/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Gitlab</a:t>
            </a:r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Microsoft Teams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172200" y="3154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5CA0"/>
                </a:solidFill>
                <a:latin typeface="Aptos"/>
              </a:rPr>
              <a:t>Soft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5204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Problem Solving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Communication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Teamwork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Presentation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Analytical Thinking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Time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C30"/>
                </a:solidFill>
                <a:latin typeface="Aptos"/>
              </a:rPr>
              <a:t>Overall, the dashboard brings multiple business dimensions into a single interactive platform to support performance monitoring and data-driven decision-making.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510528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AEBE"/>
                </a:solidFill>
                <a:latin typeface="Aptos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C30"/>
                </a:solidFill>
                <a:latin typeface="Aptos"/>
              </a:rPr>
              <a:t>ACKNOWLEDGEMENTS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88C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5CA0"/>
                </a:solidFill>
                <a:latin typeface="Aptos"/>
              </a:rPr>
              <a:t>Acknowledgements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5029200" cy="213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dirty="0"/>
              <a:t>• Infosys Springboard – Virtual Internship 7.0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dirty="0"/>
              <a:t>• Mentor – Ms. Nityasree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dirty="0"/>
              <a:t>• Team D – Group 1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t>• </a:t>
            </a:r>
            <a:r>
              <a:rPr dirty="0"/>
              <a:t>Uppala Bhavya Sri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dirty="0"/>
              <a:t>• V. Charita Sree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Velpuri</a:t>
            </a:r>
            <a:r>
              <a:rPr dirty="0"/>
              <a:t> Sai Rohitha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dirty="0"/>
              <a:t>• Venkata Puneeth Kothapalli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dirty="0"/>
              <a:t>• Yuvasree 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5CA0"/>
                </a:solidFill>
                <a:latin typeface="Aptos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9659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DataCoSupplyChainDataset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Microsoft Power BI Documentation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Power BI Community Resources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Kaggle Dataset Resources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Infosys Springboard Learning Materials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t>• Microsoft Power Query &amp; DAX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70916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4709160"/>
            <a:ext cx="54864" cy="914400"/>
          </a:xfrm>
          <a:prstGeom prst="rect">
            <a:avLst/>
          </a:prstGeom>
          <a:solidFill>
            <a:srgbClr val="15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846320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PROJECT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184648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B38"/>
                </a:solidFill>
                <a:latin typeface="Aptos"/>
              </a:rPr>
              <a:t>Team D • Group 1 • Batch-01 • 2-Month Virtual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510528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6EEF5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AAEBE"/>
                </a:solidFill>
                <a:latin typeface="Aptos"/>
              </a:rPr>
              <a:t>SUPPLY CHAIN VISIBILITY SYSTEM
WITH OPTIMIZATION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69080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E6EEF5"/>
                </a:solidFill>
                <a:latin typeface="Aptos"/>
              </a:rPr>
              <a:t>An Interactive Power BI Dashboard for Supply Chain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83480"/>
            <a:ext cx="9418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Team D • Group 1  |  Mentor: Ms. Nityasree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418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AAEBE"/>
                </a:solidFill>
                <a:latin typeface="Aptos"/>
              </a:rPr>
              <a:t>POWER BI • ANALYTICS • VISIBILITY •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802</Words>
  <Application>Microsoft Office PowerPoint</Application>
  <PresentationFormat>Widescreen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S0806351</cp:lastModifiedBy>
  <cp:revision>2</cp:revision>
  <dcterms:created xsi:type="dcterms:W3CDTF">2013-01-27T09:14:16Z</dcterms:created>
  <dcterms:modified xsi:type="dcterms:W3CDTF">2026-08-16T16:50:52Z</dcterms:modified>
  <cp:category/>
</cp:coreProperties>
</file>